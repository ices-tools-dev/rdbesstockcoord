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345" r:id="rId6"/>
    <p:sldId id="361" r:id="rId7"/>
    <p:sldId id="362" r:id="rId8"/>
    <p:sldId id="356" r:id="rId9"/>
    <p:sldId id="354" r:id="rId10"/>
    <p:sldId id="347" r:id="rId11"/>
    <p:sldId id="355" r:id="rId12"/>
    <p:sldId id="359" r:id="rId13"/>
    <p:sldId id="346" r:id="rId14"/>
    <p:sldId id="357" r:id="rId15"/>
    <p:sldId id="358" r:id="rId16"/>
    <p:sldId id="349" r:id="rId17"/>
    <p:sldId id="341" r:id="rId18"/>
    <p:sldId id="344" r:id="rId19"/>
    <p:sldId id="360" r:id="rId20"/>
    <p:sldId id="350" r:id="rId21"/>
    <p:sldId id="340" r:id="rId22"/>
    <p:sldId id="34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9240C-1C6E-38D3-56AE-D4BAEB9EEA81}" v="46" dt="2026-09-22T11:02:58.291"/>
    <p1510:client id="{7392EE09-3E3F-47E5-93F1-5BC72936E148}" v="24" dt="2026-09-22T12:46:57.935"/>
    <p1510:client id="{F723005B-8752-429B-AD62-0B4642F9F71C}" v="167" dt="2026-09-22T09:01:04.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6" d="100"/>
          <a:sy n="116" d="100"/>
        </p:scale>
        <p:origin x="3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e Nimmegeers" userId="S::sofie.nimmegeers_ilvo.vlaanderen.be#ext#@icesit.onmicrosoft.com::d1d17e96-8ccc-467b-af02-1937af5e0c95" providerId="AD" clId="Web-{0DF9240C-1C6E-38D3-56AE-D4BAEB9EEA81}"/>
    <pc:docChg chg="modSld">
      <pc:chgData name="Sofie Nimmegeers" userId="S::sofie.nimmegeers_ilvo.vlaanderen.be#ext#@icesit.onmicrosoft.com::d1d17e96-8ccc-467b-af02-1937af5e0c95" providerId="AD" clId="Web-{0DF9240C-1C6E-38D3-56AE-D4BAEB9EEA81}" dt="2026-09-22T11:02:58.291" v="44" actId="20577"/>
      <pc:docMkLst>
        <pc:docMk/>
      </pc:docMkLst>
      <pc:sldChg chg="delSp modSp">
        <pc:chgData name="Sofie Nimmegeers" userId="S::sofie.nimmegeers_ilvo.vlaanderen.be#ext#@icesit.onmicrosoft.com::d1d17e96-8ccc-467b-af02-1937af5e0c95" providerId="AD" clId="Web-{0DF9240C-1C6E-38D3-56AE-D4BAEB9EEA81}" dt="2026-09-22T11:02:58.291" v="44" actId="20577"/>
        <pc:sldMkLst>
          <pc:docMk/>
          <pc:sldMk cId="1482549205" sldId="348"/>
        </pc:sldMkLst>
        <pc:spChg chg="mod">
          <ac:chgData name="Sofie Nimmegeers" userId="S::sofie.nimmegeers_ilvo.vlaanderen.be#ext#@icesit.onmicrosoft.com::d1d17e96-8ccc-467b-af02-1937af5e0c95" providerId="AD" clId="Web-{0DF9240C-1C6E-38D3-56AE-D4BAEB9EEA81}" dt="2026-09-22T11:02:58.291" v="44" actId="20577"/>
          <ac:spMkLst>
            <pc:docMk/>
            <pc:sldMk cId="1482549205" sldId="348"/>
            <ac:spMk id="3" creationId="{908F36A1-A035-B4C0-7668-7EE3882741EE}"/>
          </ac:spMkLst>
        </pc:spChg>
        <pc:spChg chg="del mod">
          <ac:chgData name="Sofie Nimmegeers" userId="S::sofie.nimmegeers_ilvo.vlaanderen.be#ext#@icesit.onmicrosoft.com::d1d17e96-8ccc-467b-af02-1937af5e0c95" providerId="AD" clId="Web-{0DF9240C-1C6E-38D3-56AE-D4BAEB9EEA81}" dt="2026-09-22T11:02:31.759" v="34"/>
          <ac:spMkLst>
            <pc:docMk/>
            <pc:sldMk cId="1482549205" sldId="348"/>
            <ac:spMk id="4" creationId="{5CC8CFBD-9AA1-D9AC-3BB7-F7504C414449}"/>
          </ac:spMkLst>
        </pc:spChg>
      </pc:sldChg>
    </pc:docChg>
  </pc:docChgLst>
  <pc:docChgLst>
    <pc:chgData name="Kirsten Birch Håkansson" userId="b2eb0f2d-614f-4d37-ac27-4f1e9942fa6b" providerId="ADAL" clId="{0730E8E2-8FDA-4C0D-951F-FC830B67EA1D}"/>
    <pc:docChg chg="undo custSel addSld modSld sldOrd">
      <pc:chgData name="Kirsten Birch Håkansson" userId="b2eb0f2d-614f-4d37-ac27-4f1e9942fa6b" providerId="ADAL" clId="{0730E8E2-8FDA-4C0D-951F-FC830B67EA1D}" dt="2026-09-22T12:53:28.053" v="1497" actId="790"/>
      <pc:docMkLst>
        <pc:docMk/>
      </pc:docMkLst>
      <pc:sldChg chg="addSp modSp ord">
        <pc:chgData name="Kirsten Birch Håkansson" userId="b2eb0f2d-614f-4d37-ac27-4f1e9942fa6b" providerId="ADAL" clId="{0730E8E2-8FDA-4C0D-951F-FC830B67EA1D}" dt="2026-09-22T05:15:13.904" v="2" actId="767"/>
        <pc:sldMkLst>
          <pc:docMk/>
          <pc:sldMk cId="3266203566" sldId="340"/>
        </pc:sldMkLst>
        <pc:spChg chg="add mod">
          <ac:chgData name="Kirsten Birch Håkansson" userId="b2eb0f2d-614f-4d37-ac27-4f1e9942fa6b" providerId="ADAL" clId="{0730E8E2-8FDA-4C0D-951F-FC830B67EA1D}" dt="2026-09-22T05:15:13.904" v="2" actId="767"/>
          <ac:spMkLst>
            <pc:docMk/>
            <pc:sldMk cId="3266203566" sldId="340"/>
            <ac:spMk id="4" creationId="{1A17C783-92C2-50DF-878F-69265CD97CA8}"/>
          </ac:spMkLst>
        </pc:spChg>
      </pc:sldChg>
      <pc:sldChg chg="modSp mod ord">
        <pc:chgData name="Kirsten Birch Håkansson" userId="b2eb0f2d-614f-4d37-ac27-4f1e9942fa6b" providerId="ADAL" clId="{0730E8E2-8FDA-4C0D-951F-FC830B67EA1D}" dt="2026-09-22T10:56:59.149" v="1323" actId="20577"/>
        <pc:sldMkLst>
          <pc:docMk/>
          <pc:sldMk cId="2491420848" sldId="341"/>
        </pc:sldMkLst>
        <pc:spChg chg="mod">
          <ac:chgData name="Kirsten Birch Håkansson" userId="b2eb0f2d-614f-4d37-ac27-4f1e9942fa6b" providerId="ADAL" clId="{0730E8E2-8FDA-4C0D-951F-FC830B67EA1D}" dt="2026-09-22T10:56:59.149" v="1323" actId="20577"/>
          <ac:spMkLst>
            <pc:docMk/>
            <pc:sldMk cId="2491420848" sldId="341"/>
            <ac:spMk id="3" creationId="{06C9C788-60A6-6814-B58B-3CAE5E3A8C96}"/>
          </ac:spMkLst>
        </pc:spChg>
      </pc:sldChg>
      <pc:sldChg chg="ord">
        <pc:chgData name="Kirsten Birch Håkansson" userId="b2eb0f2d-614f-4d37-ac27-4f1e9942fa6b" providerId="ADAL" clId="{0730E8E2-8FDA-4C0D-951F-FC830B67EA1D}" dt="2026-09-22T10:57:59.857" v="1327"/>
        <pc:sldMkLst>
          <pc:docMk/>
          <pc:sldMk cId="2066814814" sldId="344"/>
        </pc:sldMkLst>
      </pc:sldChg>
      <pc:sldChg chg="addSp modSp ord">
        <pc:chgData name="Kirsten Birch Håkansson" userId="b2eb0f2d-614f-4d37-ac27-4f1e9942fa6b" providerId="ADAL" clId="{0730E8E2-8FDA-4C0D-951F-FC830B67EA1D}" dt="2026-09-22T08:42:37.955" v="54"/>
        <pc:sldMkLst>
          <pc:docMk/>
          <pc:sldMk cId="1816065369" sldId="345"/>
        </pc:sldMkLst>
        <pc:spChg chg="mod">
          <ac:chgData name="Kirsten Birch Håkansson" userId="b2eb0f2d-614f-4d37-ac27-4f1e9942fa6b" providerId="ADAL" clId="{0730E8E2-8FDA-4C0D-951F-FC830B67EA1D}" dt="2026-09-22T08:42:37.955" v="54"/>
          <ac:spMkLst>
            <pc:docMk/>
            <pc:sldMk cId="1816065369" sldId="345"/>
            <ac:spMk id="3" creationId="{3262045E-F96E-B75C-A12D-7BBD7090FA9C}"/>
          </ac:spMkLst>
        </pc:spChg>
        <pc:graphicFrameChg chg="add mod">
          <ac:chgData name="Kirsten Birch Håkansson" userId="b2eb0f2d-614f-4d37-ac27-4f1e9942fa6b" providerId="ADAL" clId="{0730E8E2-8FDA-4C0D-951F-FC830B67EA1D}" dt="2026-09-22T08:41:56.955" v="53"/>
          <ac:graphicFrameMkLst>
            <pc:docMk/>
            <pc:sldMk cId="1816065369" sldId="345"/>
            <ac:graphicFrameMk id="5" creationId="{FFA0F169-D104-A017-9771-B3BB17137B99}"/>
          </ac:graphicFrameMkLst>
        </pc:graphicFrameChg>
      </pc:sldChg>
      <pc:sldChg chg="addSp delSp modSp mod ord modClrScheme chgLayout">
        <pc:chgData name="Kirsten Birch Håkansson" userId="b2eb0f2d-614f-4d37-ac27-4f1e9942fa6b" providerId="ADAL" clId="{0730E8E2-8FDA-4C0D-951F-FC830B67EA1D}" dt="2026-09-22T10:25:02.019" v="285" actId="5793"/>
        <pc:sldMkLst>
          <pc:docMk/>
          <pc:sldMk cId="1196369768" sldId="346"/>
        </pc:sldMkLst>
        <pc:spChg chg="mod ord">
          <ac:chgData name="Kirsten Birch Håkansson" userId="b2eb0f2d-614f-4d37-ac27-4f1e9942fa6b" providerId="ADAL" clId="{0730E8E2-8FDA-4C0D-951F-FC830B67EA1D}" dt="2026-09-22T10:24:19.995" v="275" actId="20577"/>
          <ac:spMkLst>
            <pc:docMk/>
            <pc:sldMk cId="1196369768" sldId="346"/>
            <ac:spMk id="2" creationId="{D8AE62D5-76A0-3F01-E957-AF04C5A57B55}"/>
          </ac:spMkLst>
        </pc:spChg>
        <pc:spChg chg="del mod ord">
          <ac:chgData name="Kirsten Birch Håkansson" userId="b2eb0f2d-614f-4d37-ac27-4f1e9942fa6b" providerId="ADAL" clId="{0730E8E2-8FDA-4C0D-951F-FC830B67EA1D}" dt="2026-09-22T10:23:45.821" v="267" actId="700"/>
          <ac:spMkLst>
            <pc:docMk/>
            <pc:sldMk cId="1196369768" sldId="346"/>
            <ac:spMk id="3" creationId="{483C58D6-0342-6C8A-CEF7-B0B1AFB46F21}"/>
          </ac:spMkLst>
        </pc:spChg>
        <pc:spChg chg="del">
          <ac:chgData name="Kirsten Birch Håkansson" userId="b2eb0f2d-614f-4d37-ac27-4f1e9942fa6b" providerId="ADAL" clId="{0730E8E2-8FDA-4C0D-951F-FC830B67EA1D}" dt="2026-09-22T10:23:45.821" v="267" actId="700"/>
          <ac:spMkLst>
            <pc:docMk/>
            <pc:sldMk cId="1196369768" sldId="346"/>
            <ac:spMk id="4" creationId="{2E953E08-4B2C-D1CF-0A61-9DCA565ECC07}"/>
          </ac:spMkLst>
        </pc:spChg>
        <pc:spChg chg="add mod ord">
          <ac:chgData name="Kirsten Birch Håkansson" userId="b2eb0f2d-614f-4d37-ac27-4f1e9942fa6b" providerId="ADAL" clId="{0730E8E2-8FDA-4C0D-951F-FC830B67EA1D}" dt="2026-09-22T10:25:02.019" v="285" actId="5793"/>
          <ac:spMkLst>
            <pc:docMk/>
            <pc:sldMk cId="1196369768" sldId="346"/>
            <ac:spMk id="5" creationId="{185955F4-C61B-A6F2-6A52-545BDB16BB9A}"/>
          </ac:spMkLst>
        </pc:spChg>
      </pc:sldChg>
      <pc:sldChg chg="addSp delSp modSp mod ord chgLayout">
        <pc:chgData name="Kirsten Birch Håkansson" userId="b2eb0f2d-614f-4d37-ac27-4f1e9942fa6b" providerId="ADAL" clId="{0730E8E2-8FDA-4C0D-951F-FC830B67EA1D}" dt="2026-09-22T11:00:51.017" v="1332" actId="13926"/>
        <pc:sldMkLst>
          <pc:docMk/>
          <pc:sldMk cId="1924759934" sldId="347"/>
        </pc:sldMkLst>
        <pc:spChg chg="del mod">
          <ac:chgData name="Kirsten Birch Håkansson" userId="b2eb0f2d-614f-4d37-ac27-4f1e9942fa6b" providerId="ADAL" clId="{0730E8E2-8FDA-4C0D-951F-FC830B67EA1D}" dt="2026-09-22T10:23:21.920" v="257" actId="700"/>
          <ac:spMkLst>
            <pc:docMk/>
            <pc:sldMk cId="1924759934" sldId="347"/>
            <ac:spMk id="2" creationId="{2307210C-2FEA-764E-75B2-38A2842D4E86}"/>
          </ac:spMkLst>
        </pc:spChg>
        <pc:spChg chg="add mod ord">
          <ac:chgData name="Kirsten Birch Håkansson" userId="b2eb0f2d-614f-4d37-ac27-4f1e9942fa6b" providerId="ADAL" clId="{0730E8E2-8FDA-4C0D-951F-FC830B67EA1D}" dt="2026-09-22T10:32:29.654" v="460" actId="5793"/>
          <ac:spMkLst>
            <pc:docMk/>
            <pc:sldMk cId="1924759934" sldId="347"/>
            <ac:spMk id="3" creationId="{4F3A5C07-58BF-2B15-51C1-E6F4D9D1139C}"/>
          </ac:spMkLst>
        </pc:spChg>
        <pc:spChg chg="mod ord">
          <ac:chgData name="Kirsten Birch Håkansson" userId="b2eb0f2d-614f-4d37-ac27-4f1e9942fa6b" providerId="ADAL" clId="{0730E8E2-8FDA-4C0D-951F-FC830B67EA1D}" dt="2026-09-22T10:23:21.920" v="257" actId="700"/>
          <ac:spMkLst>
            <pc:docMk/>
            <pc:sldMk cId="1924759934" sldId="347"/>
            <ac:spMk id="5" creationId="{B6DDA965-B89B-EB91-6437-45546A5AF6FA}"/>
          </ac:spMkLst>
        </pc:spChg>
        <pc:graphicFrameChg chg="add mod">
          <ac:chgData name="Kirsten Birch Håkansson" userId="b2eb0f2d-614f-4d37-ac27-4f1e9942fa6b" providerId="ADAL" clId="{0730E8E2-8FDA-4C0D-951F-FC830B67EA1D}" dt="2026-09-22T06:59:54.362" v="12"/>
          <ac:graphicFrameMkLst>
            <pc:docMk/>
            <pc:sldMk cId="1924759934" sldId="347"/>
            <ac:graphicFrameMk id="6" creationId="{CC7200B8-894F-ED5E-2847-E1844C166DE5}"/>
          </ac:graphicFrameMkLst>
        </pc:graphicFrameChg>
        <pc:graphicFrameChg chg="add mod modGraphic">
          <ac:chgData name="Kirsten Birch Håkansson" userId="b2eb0f2d-614f-4d37-ac27-4f1e9942fa6b" providerId="ADAL" clId="{0730E8E2-8FDA-4C0D-951F-FC830B67EA1D}" dt="2026-09-22T11:00:51.017" v="1332" actId="13926"/>
          <ac:graphicFrameMkLst>
            <pc:docMk/>
            <pc:sldMk cId="1924759934" sldId="347"/>
            <ac:graphicFrameMk id="7" creationId="{FBC0D347-0DE5-635A-2EBF-83A4ED08FFC7}"/>
          </ac:graphicFrameMkLst>
        </pc:graphicFrameChg>
      </pc:sldChg>
      <pc:sldChg chg="addSp modSp mod ord modClrScheme chgLayout">
        <pc:chgData name="Kirsten Birch Håkansson" userId="b2eb0f2d-614f-4d37-ac27-4f1e9942fa6b" providerId="ADAL" clId="{0730E8E2-8FDA-4C0D-951F-FC830B67EA1D}" dt="2026-09-22T10:47:01.710" v="673" actId="700"/>
        <pc:sldMkLst>
          <pc:docMk/>
          <pc:sldMk cId="2967763591" sldId="349"/>
        </pc:sldMkLst>
        <pc:spChg chg="mod ord">
          <ac:chgData name="Kirsten Birch Håkansson" userId="b2eb0f2d-614f-4d37-ac27-4f1e9942fa6b" providerId="ADAL" clId="{0730E8E2-8FDA-4C0D-951F-FC830B67EA1D}" dt="2026-09-22T10:47:01.710" v="673" actId="700"/>
          <ac:spMkLst>
            <pc:docMk/>
            <pc:sldMk cId="2967763591" sldId="349"/>
            <ac:spMk id="2" creationId="{30DFC1C9-C492-DAC7-2341-53832995DDC1}"/>
          </ac:spMkLst>
        </pc:spChg>
        <pc:spChg chg="mod ord">
          <ac:chgData name="Kirsten Birch Håkansson" userId="b2eb0f2d-614f-4d37-ac27-4f1e9942fa6b" providerId="ADAL" clId="{0730E8E2-8FDA-4C0D-951F-FC830B67EA1D}" dt="2026-09-22T10:47:01.710" v="673" actId="700"/>
          <ac:spMkLst>
            <pc:docMk/>
            <pc:sldMk cId="2967763591" sldId="349"/>
            <ac:spMk id="3" creationId="{3D393778-4DA7-B7B8-5D67-ABFF2087319B}"/>
          </ac:spMkLst>
        </pc:spChg>
        <pc:spChg chg="mod ord">
          <ac:chgData name="Kirsten Birch Håkansson" userId="b2eb0f2d-614f-4d37-ac27-4f1e9942fa6b" providerId="ADAL" clId="{0730E8E2-8FDA-4C0D-951F-FC830B67EA1D}" dt="2026-09-22T10:47:01.710" v="673" actId="700"/>
          <ac:spMkLst>
            <pc:docMk/>
            <pc:sldMk cId="2967763591" sldId="349"/>
            <ac:spMk id="11" creationId="{B8E30708-84A6-14C6-3F51-28890DA4E424}"/>
          </ac:spMkLst>
        </pc:spChg>
        <pc:graphicFrameChg chg="add mod">
          <ac:chgData name="Kirsten Birch Håkansson" userId="b2eb0f2d-614f-4d37-ac27-4f1e9942fa6b" providerId="ADAL" clId="{0730E8E2-8FDA-4C0D-951F-FC830B67EA1D}" dt="2026-09-22T05:40:20.479" v="7"/>
          <ac:graphicFrameMkLst>
            <pc:docMk/>
            <pc:sldMk cId="2967763591" sldId="349"/>
            <ac:graphicFrameMk id="5" creationId="{567EA44A-64B0-0E76-6D22-FB29B7ED65E7}"/>
          </ac:graphicFrameMkLst>
        </pc:graphicFrameChg>
        <pc:graphicFrameChg chg="add mod">
          <ac:chgData name="Kirsten Birch Håkansson" userId="b2eb0f2d-614f-4d37-ac27-4f1e9942fa6b" providerId="ADAL" clId="{0730E8E2-8FDA-4C0D-951F-FC830B67EA1D}" dt="2026-09-22T05:44:02.372" v="8"/>
          <ac:graphicFrameMkLst>
            <pc:docMk/>
            <pc:sldMk cId="2967763591" sldId="349"/>
            <ac:graphicFrameMk id="12" creationId="{A7692106-633B-0F33-23AC-D533D0331D25}"/>
          </ac:graphicFrameMkLst>
        </pc:graphicFrameChg>
        <pc:graphicFrameChg chg="add mod">
          <ac:chgData name="Kirsten Birch Håkansson" userId="b2eb0f2d-614f-4d37-ac27-4f1e9942fa6b" providerId="ADAL" clId="{0730E8E2-8FDA-4C0D-951F-FC830B67EA1D}" dt="2026-09-22T05:45:13.805" v="9"/>
          <ac:graphicFrameMkLst>
            <pc:docMk/>
            <pc:sldMk cId="2967763591" sldId="349"/>
            <ac:graphicFrameMk id="13" creationId="{D7057F39-6C5A-D393-F2BC-C1177F986039}"/>
          </ac:graphicFrameMkLst>
        </pc:graphicFrameChg>
        <pc:graphicFrameChg chg="add mod">
          <ac:chgData name="Kirsten Birch Håkansson" userId="b2eb0f2d-614f-4d37-ac27-4f1e9942fa6b" providerId="ADAL" clId="{0730E8E2-8FDA-4C0D-951F-FC830B67EA1D}" dt="2026-09-22T05:46:04.373" v="10"/>
          <ac:graphicFrameMkLst>
            <pc:docMk/>
            <pc:sldMk cId="2967763591" sldId="349"/>
            <ac:graphicFrameMk id="14" creationId="{D5CCFFF6-2792-9A81-7781-5E0B0C0F144B}"/>
          </ac:graphicFrameMkLst>
        </pc:graphicFrameChg>
        <pc:picChg chg="add">
          <ac:chgData name="Kirsten Birch Håkansson" userId="b2eb0f2d-614f-4d37-ac27-4f1e9942fa6b" providerId="ADAL" clId="{0730E8E2-8FDA-4C0D-951F-FC830B67EA1D}" dt="2026-09-22T05:39:11.981" v="6"/>
          <ac:picMkLst>
            <pc:docMk/>
            <pc:sldMk cId="2967763591" sldId="349"/>
            <ac:picMk id="4" creationId="{A79CEB74-6E04-2838-D1A9-88C44D19ACB5}"/>
          </ac:picMkLst>
        </pc:picChg>
        <pc:picChg chg="mod ord">
          <ac:chgData name="Kirsten Birch Håkansson" userId="b2eb0f2d-614f-4d37-ac27-4f1e9942fa6b" providerId="ADAL" clId="{0730E8E2-8FDA-4C0D-951F-FC830B67EA1D}" dt="2026-09-22T10:47:01.710" v="673" actId="700"/>
          <ac:picMkLst>
            <pc:docMk/>
            <pc:sldMk cId="2967763591" sldId="349"/>
            <ac:picMk id="8" creationId="{55DF8FA0-CAE5-A625-9B45-486D8726B02E}"/>
          </ac:picMkLst>
        </pc:picChg>
      </pc:sldChg>
      <pc:sldChg chg="modSp mod">
        <pc:chgData name="Kirsten Birch Håkansson" userId="b2eb0f2d-614f-4d37-ac27-4f1e9942fa6b" providerId="ADAL" clId="{0730E8E2-8FDA-4C0D-951F-FC830B67EA1D}" dt="2026-09-22T12:13:26.495" v="1363" actId="20577"/>
        <pc:sldMkLst>
          <pc:docMk/>
          <pc:sldMk cId="4166641466" sldId="350"/>
        </pc:sldMkLst>
        <pc:graphicFrameChg chg="mod modGraphic">
          <ac:chgData name="Kirsten Birch Håkansson" userId="b2eb0f2d-614f-4d37-ac27-4f1e9942fa6b" providerId="ADAL" clId="{0730E8E2-8FDA-4C0D-951F-FC830B67EA1D}" dt="2026-09-22T12:13:26.495" v="1363" actId="20577"/>
          <ac:graphicFrameMkLst>
            <pc:docMk/>
            <pc:sldMk cId="4166641466" sldId="350"/>
            <ac:graphicFrameMk id="6" creationId="{1D80372B-7A23-5B13-9267-4599BEBB9052}"/>
          </ac:graphicFrameMkLst>
        </pc:graphicFrameChg>
      </pc:sldChg>
      <pc:sldChg chg="modSp ord">
        <pc:chgData name="Kirsten Birch Håkansson" userId="b2eb0f2d-614f-4d37-ac27-4f1e9942fa6b" providerId="ADAL" clId="{0730E8E2-8FDA-4C0D-951F-FC830B67EA1D}" dt="2026-09-22T08:50:17.911" v="58"/>
        <pc:sldMkLst>
          <pc:docMk/>
          <pc:sldMk cId="1494418607" sldId="351"/>
        </pc:sldMkLst>
        <pc:spChg chg="mod">
          <ac:chgData name="Kirsten Birch Håkansson" userId="b2eb0f2d-614f-4d37-ac27-4f1e9942fa6b" providerId="ADAL" clId="{0730E8E2-8FDA-4C0D-951F-FC830B67EA1D}" dt="2026-09-22T08:35:45.654" v="48"/>
          <ac:spMkLst>
            <pc:docMk/>
            <pc:sldMk cId="1494418607" sldId="351"/>
            <ac:spMk id="2" creationId="{7C468A1B-E57B-61DD-28D1-CCF49A6BA88A}"/>
          </ac:spMkLst>
        </pc:spChg>
      </pc:sldChg>
      <pc:sldChg chg="modSp ord">
        <pc:chgData name="Kirsten Birch Håkansson" userId="b2eb0f2d-614f-4d37-ac27-4f1e9942fa6b" providerId="ADAL" clId="{0730E8E2-8FDA-4C0D-951F-FC830B67EA1D}" dt="2026-09-22T08:04:23.893" v="14"/>
        <pc:sldMkLst>
          <pc:docMk/>
          <pc:sldMk cId="1506127718" sldId="352"/>
        </pc:sldMkLst>
        <pc:spChg chg="mod">
          <ac:chgData name="Kirsten Birch Håkansson" userId="b2eb0f2d-614f-4d37-ac27-4f1e9942fa6b" providerId="ADAL" clId="{0730E8E2-8FDA-4C0D-951F-FC830B67EA1D}" dt="2026-09-22T08:02:38.759" v="13"/>
          <ac:spMkLst>
            <pc:docMk/>
            <pc:sldMk cId="1506127718" sldId="352"/>
            <ac:spMk id="3" creationId="{C9CAEE52-F4D7-992D-5EE7-C5EE2DFD78A7}"/>
          </ac:spMkLst>
        </pc:spChg>
      </pc:sldChg>
      <pc:sldChg chg="modSp ord">
        <pc:chgData name="Kirsten Birch Håkansson" userId="b2eb0f2d-614f-4d37-ac27-4f1e9942fa6b" providerId="ADAL" clId="{0730E8E2-8FDA-4C0D-951F-FC830B67EA1D}" dt="2026-09-22T08:50:04.117" v="57"/>
        <pc:sldMkLst>
          <pc:docMk/>
          <pc:sldMk cId="760462888" sldId="354"/>
        </pc:sldMkLst>
        <pc:spChg chg="mod">
          <ac:chgData name="Kirsten Birch Håkansson" userId="b2eb0f2d-614f-4d37-ac27-4f1e9942fa6b" providerId="ADAL" clId="{0730E8E2-8FDA-4C0D-951F-FC830B67EA1D}" dt="2026-09-22T08:34:52.529" v="46"/>
          <ac:spMkLst>
            <pc:docMk/>
            <pc:sldMk cId="760462888" sldId="354"/>
            <ac:spMk id="2" creationId="{D8C9FE3E-2B81-4A80-5809-AA4819D1DB62}"/>
          </ac:spMkLst>
        </pc:spChg>
        <pc:spChg chg="mod">
          <ac:chgData name="Kirsten Birch Håkansson" userId="b2eb0f2d-614f-4d37-ac27-4f1e9942fa6b" providerId="ADAL" clId="{0730E8E2-8FDA-4C0D-951F-FC830B67EA1D}" dt="2026-09-22T08:27:22.248" v="38"/>
          <ac:spMkLst>
            <pc:docMk/>
            <pc:sldMk cId="760462888" sldId="354"/>
            <ac:spMk id="3" creationId="{275A5282-90CE-5341-5013-AF9243FE0018}"/>
          </ac:spMkLst>
        </pc:spChg>
      </pc:sldChg>
      <pc:sldChg chg="addSp modSp ord">
        <pc:chgData name="Kirsten Birch Håkansson" userId="b2eb0f2d-614f-4d37-ac27-4f1e9942fa6b" providerId="ADAL" clId="{0730E8E2-8FDA-4C0D-951F-FC830B67EA1D}" dt="2026-09-22T10:32:15.673" v="459"/>
        <pc:sldMkLst>
          <pc:docMk/>
          <pc:sldMk cId="3433327739" sldId="355"/>
        </pc:sldMkLst>
        <pc:spChg chg="mod">
          <ac:chgData name="Kirsten Birch Håkansson" userId="b2eb0f2d-614f-4d37-ac27-4f1e9942fa6b" providerId="ADAL" clId="{0730E8E2-8FDA-4C0D-951F-FC830B67EA1D}" dt="2026-09-22T08:35:25.350" v="47"/>
          <ac:spMkLst>
            <pc:docMk/>
            <pc:sldMk cId="3433327739" sldId="355"/>
            <ac:spMk id="2" creationId="{681585AB-43E3-A072-5D11-EEE6EBF5CC73}"/>
          </ac:spMkLst>
        </pc:spChg>
        <pc:spChg chg="mod">
          <ac:chgData name="Kirsten Birch Håkansson" userId="b2eb0f2d-614f-4d37-ac27-4f1e9942fa6b" providerId="ADAL" clId="{0730E8E2-8FDA-4C0D-951F-FC830B67EA1D}" dt="2026-09-22T08:30:26.786" v="44"/>
          <ac:spMkLst>
            <pc:docMk/>
            <pc:sldMk cId="3433327739" sldId="355"/>
            <ac:spMk id="3" creationId="{CC16FC09-4D61-2D08-E294-955CF38543D8}"/>
          </ac:spMkLst>
        </pc:spChg>
        <pc:graphicFrameChg chg="add mod">
          <ac:chgData name="Kirsten Birch Håkansson" userId="b2eb0f2d-614f-4d37-ac27-4f1e9942fa6b" providerId="ADAL" clId="{0730E8E2-8FDA-4C0D-951F-FC830B67EA1D}" dt="2026-09-22T08:52:42.119" v="164"/>
          <ac:graphicFrameMkLst>
            <pc:docMk/>
            <pc:sldMk cId="3433327739" sldId="355"/>
            <ac:graphicFrameMk id="5" creationId="{82371B45-A1AC-30F4-D578-4AE6B12996CF}"/>
          </ac:graphicFrameMkLst>
        </pc:graphicFrameChg>
      </pc:sldChg>
      <pc:sldChg chg="modSp">
        <pc:chgData name="Kirsten Birch Håkansson" userId="b2eb0f2d-614f-4d37-ac27-4f1e9942fa6b" providerId="ADAL" clId="{0730E8E2-8FDA-4C0D-951F-FC830B67EA1D}" dt="2026-09-22T08:47:50.150" v="56"/>
        <pc:sldMkLst>
          <pc:docMk/>
          <pc:sldMk cId="1309559918" sldId="356"/>
        </pc:sldMkLst>
        <pc:spChg chg="mod">
          <ac:chgData name="Kirsten Birch Håkansson" userId="b2eb0f2d-614f-4d37-ac27-4f1e9942fa6b" providerId="ADAL" clId="{0730E8E2-8FDA-4C0D-951F-FC830B67EA1D}" dt="2026-09-22T08:45:49.115" v="55"/>
          <ac:spMkLst>
            <pc:docMk/>
            <pc:sldMk cId="1309559918" sldId="356"/>
            <ac:spMk id="2" creationId="{7A9EE3F7-CB94-2E60-3E2D-A0356496BA9A}"/>
          </ac:spMkLst>
        </pc:spChg>
        <pc:spChg chg="mod">
          <ac:chgData name="Kirsten Birch Håkansson" userId="b2eb0f2d-614f-4d37-ac27-4f1e9942fa6b" providerId="ADAL" clId="{0730E8E2-8FDA-4C0D-951F-FC830B67EA1D}" dt="2026-09-22T08:47:50.150" v="56"/>
          <ac:spMkLst>
            <pc:docMk/>
            <pc:sldMk cId="1309559918" sldId="356"/>
            <ac:spMk id="3" creationId="{7E18FAC1-296D-C854-5535-9DBB90E07E4A}"/>
          </ac:spMkLst>
        </pc:spChg>
      </pc:sldChg>
      <pc:sldChg chg="addSp delSp modSp mod">
        <pc:chgData name="Kirsten Birch Håkansson" userId="b2eb0f2d-614f-4d37-ac27-4f1e9942fa6b" providerId="ADAL" clId="{0730E8E2-8FDA-4C0D-951F-FC830B67EA1D}" dt="2026-09-22T10:26:49.138" v="324" actId="790"/>
        <pc:sldMkLst>
          <pc:docMk/>
          <pc:sldMk cId="1437551237" sldId="357"/>
        </pc:sldMkLst>
        <pc:spChg chg="mod">
          <ac:chgData name="Kirsten Birch Håkansson" userId="b2eb0f2d-614f-4d37-ac27-4f1e9942fa6b" providerId="ADAL" clId="{0730E8E2-8FDA-4C0D-951F-FC830B67EA1D}" dt="2026-09-22T09:01:04.833" v="169"/>
          <ac:spMkLst>
            <pc:docMk/>
            <pc:sldMk cId="1437551237" sldId="357"/>
            <ac:spMk id="5" creationId="{C3A283B5-8EF1-6764-9F69-F3879BD5ADA8}"/>
          </ac:spMkLst>
        </pc:spChg>
        <pc:spChg chg="add del mod">
          <ac:chgData name="Kirsten Birch Håkansson" userId="b2eb0f2d-614f-4d37-ac27-4f1e9942fa6b" providerId="ADAL" clId="{0730E8E2-8FDA-4C0D-951F-FC830B67EA1D}" dt="2026-09-22T10:26:49.138" v="324" actId="790"/>
          <ac:spMkLst>
            <pc:docMk/>
            <pc:sldMk cId="1437551237" sldId="357"/>
            <ac:spMk id="6" creationId="{A774B92F-369A-5893-FDFF-5A89BECB48C1}"/>
          </ac:spMkLst>
        </pc:spChg>
        <pc:graphicFrameChg chg="add mod">
          <ac:chgData name="Kirsten Birch Håkansson" userId="b2eb0f2d-614f-4d37-ac27-4f1e9942fa6b" providerId="ADAL" clId="{0730E8E2-8FDA-4C0D-951F-FC830B67EA1D}" dt="2026-09-22T08:57:52.924" v="166"/>
          <ac:graphicFrameMkLst>
            <pc:docMk/>
            <pc:sldMk cId="1437551237" sldId="357"/>
            <ac:graphicFrameMk id="7" creationId="{560B415D-34B9-F8D0-5690-2DAD32BB437B}"/>
          </ac:graphicFrameMkLst>
        </pc:graphicFrameChg>
        <pc:graphicFrameChg chg="add mod">
          <ac:chgData name="Kirsten Birch Håkansson" userId="b2eb0f2d-614f-4d37-ac27-4f1e9942fa6b" providerId="ADAL" clId="{0730E8E2-8FDA-4C0D-951F-FC830B67EA1D}" dt="2026-09-22T10:25:58.012" v="319" actId="1076"/>
          <ac:graphicFrameMkLst>
            <pc:docMk/>
            <pc:sldMk cId="1437551237" sldId="357"/>
            <ac:graphicFrameMk id="8" creationId="{DC754A0E-FFEE-18F0-1898-6B03D9C28041}"/>
          </ac:graphicFrameMkLst>
        </pc:graphicFrameChg>
      </pc:sldChg>
      <pc:sldChg chg="addSp delSp modSp new mod">
        <pc:chgData name="Kirsten Birch Håkansson" userId="b2eb0f2d-614f-4d37-ac27-4f1e9942fa6b" providerId="ADAL" clId="{0730E8E2-8FDA-4C0D-951F-FC830B67EA1D}" dt="2026-09-22T12:01:18.518" v="1356" actId="20577"/>
        <pc:sldMkLst>
          <pc:docMk/>
          <pc:sldMk cId="3646696688" sldId="358"/>
        </pc:sldMkLst>
        <pc:spChg chg="mod">
          <ac:chgData name="Kirsten Birch Håkansson" userId="b2eb0f2d-614f-4d37-ac27-4f1e9942fa6b" providerId="ADAL" clId="{0730E8E2-8FDA-4C0D-951F-FC830B67EA1D}" dt="2026-09-22T10:27:15.757" v="325" actId="20577"/>
          <ac:spMkLst>
            <pc:docMk/>
            <pc:sldMk cId="3646696688" sldId="358"/>
            <ac:spMk id="2" creationId="{D3134091-3127-363D-7267-7A391CFDD2E8}"/>
          </ac:spMkLst>
        </pc:spChg>
        <pc:spChg chg="mod">
          <ac:chgData name="Kirsten Birch Håkansson" userId="b2eb0f2d-614f-4d37-ac27-4f1e9942fa6b" providerId="ADAL" clId="{0730E8E2-8FDA-4C0D-951F-FC830B67EA1D}" dt="2026-09-22T12:01:18.518" v="1356" actId="20577"/>
          <ac:spMkLst>
            <pc:docMk/>
            <pc:sldMk cId="3646696688" sldId="358"/>
            <ac:spMk id="3" creationId="{924D402C-83FD-0E2E-D487-8CAF0D8BBC15}"/>
          </ac:spMkLst>
        </pc:spChg>
        <pc:spChg chg="add del">
          <ac:chgData name="Kirsten Birch Håkansson" userId="b2eb0f2d-614f-4d37-ac27-4f1e9942fa6b" providerId="ADAL" clId="{0730E8E2-8FDA-4C0D-951F-FC830B67EA1D}" dt="2026-09-22T10:26:21.884" v="322" actId="22"/>
          <ac:spMkLst>
            <pc:docMk/>
            <pc:sldMk cId="3646696688" sldId="358"/>
            <ac:spMk id="5" creationId="{D1A5349C-E5C5-8041-2B5B-280671B8500B}"/>
          </ac:spMkLst>
        </pc:spChg>
      </pc:sldChg>
      <pc:sldChg chg="addSp modSp new mod">
        <pc:chgData name="Kirsten Birch Håkansson" userId="b2eb0f2d-614f-4d37-ac27-4f1e9942fa6b" providerId="ADAL" clId="{0730E8E2-8FDA-4C0D-951F-FC830B67EA1D}" dt="2026-09-22T10:34:43.146" v="669" actId="20577"/>
        <pc:sldMkLst>
          <pc:docMk/>
          <pc:sldMk cId="3273877915" sldId="359"/>
        </pc:sldMkLst>
        <pc:spChg chg="mod">
          <ac:chgData name="Kirsten Birch Håkansson" userId="b2eb0f2d-614f-4d37-ac27-4f1e9942fa6b" providerId="ADAL" clId="{0730E8E2-8FDA-4C0D-951F-FC830B67EA1D}" dt="2026-09-22T10:32:39.770" v="464" actId="20577"/>
          <ac:spMkLst>
            <pc:docMk/>
            <pc:sldMk cId="3273877915" sldId="359"/>
            <ac:spMk id="2" creationId="{06C1D86A-A0AB-4478-AB23-9708764CC0EC}"/>
          </ac:spMkLst>
        </pc:spChg>
        <pc:spChg chg="mod">
          <ac:chgData name="Kirsten Birch Håkansson" userId="b2eb0f2d-614f-4d37-ac27-4f1e9942fa6b" providerId="ADAL" clId="{0730E8E2-8FDA-4C0D-951F-FC830B67EA1D}" dt="2026-09-22T10:34:43.146" v="669" actId="20577"/>
          <ac:spMkLst>
            <pc:docMk/>
            <pc:sldMk cId="3273877915" sldId="359"/>
            <ac:spMk id="3" creationId="{05F27B1A-FF3F-1BA3-7885-A3B44837EFBD}"/>
          </ac:spMkLst>
        </pc:spChg>
        <pc:graphicFrameChg chg="add mod">
          <ac:chgData name="Kirsten Birch Håkansson" userId="b2eb0f2d-614f-4d37-ac27-4f1e9942fa6b" providerId="ADAL" clId="{0730E8E2-8FDA-4C0D-951F-FC830B67EA1D}" dt="2026-09-22T10:32:53.531" v="477"/>
          <ac:graphicFrameMkLst>
            <pc:docMk/>
            <pc:sldMk cId="3273877915" sldId="359"/>
            <ac:graphicFrameMk id="4" creationId="{2E33EF47-C59C-D616-F590-FECCD4E326FB}"/>
          </ac:graphicFrameMkLst>
        </pc:graphicFrameChg>
      </pc:sldChg>
      <pc:sldChg chg="addSp delSp modSp new mod modClrScheme chgLayout">
        <pc:chgData name="Kirsten Birch Håkansson" userId="b2eb0f2d-614f-4d37-ac27-4f1e9942fa6b" providerId="ADAL" clId="{0730E8E2-8FDA-4C0D-951F-FC830B67EA1D}" dt="2026-09-22T10:56:08.629" v="1182" actId="20577"/>
        <pc:sldMkLst>
          <pc:docMk/>
          <pc:sldMk cId="3464861492" sldId="360"/>
        </pc:sldMkLst>
        <pc:spChg chg="del mod ord">
          <ac:chgData name="Kirsten Birch Håkansson" userId="b2eb0f2d-614f-4d37-ac27-4f1e9942fa6b" providerId="ADAL" clId="{0730E8E2-8FDA-4C0D-951F-FC830B67EA1D}" dt="2026-09-22T10:47:10.075" v="675" actId="700"/>
          <ac:spMkLst>
            <pc:docMk/>
            <pc:sldMk cId="3464861492" sldId="360"/>
            <ac:spMk id="2" creationId="{6F62C174-C305-53E5-C573-6BCE715AAEEC}"/>
          </ac:spMkLst>
        </pc:spChg>
        <pc:spChg chg="del mod ord">
          <ac:chgData name="Kirsten Birch Håkansson" userId="b2eb0f2d-614f-4d37-ac27-4f1e9942fa6b" providerId="ADAL" clId="{0730E8E2-8FDA-4C0D-951F-FC830B67EA1D}" dt="2026-09-22T10:47:10.075" v="675" actId="700"/>
          <ac:spMkLst>
            <pc:docMk/>
            <pc:sldMk cId="3464861492" sldId="360"/>
            <ac:spMk id="3" creationId="{078C562E-594B-D6AA-3F47-0749BAC1F0AC}"/>
          </ac:spMkLst>
        </pc:spChg>
        <pc:spChg chg="del">
          <ac:chgData name="Kirsten Birch Håkansson" userId="b2eb0f2d-614f-4d37-ac27-4f1e9942fa6b" providerId="ADAL" clId="{0730E8E2-8FDA-4C0D-951F-FC830B67EA1D}" dt="2026-09-22T10:47:10.075" v="675" actId="700"/>
          <ac:spMkLst>
            <pc:docMk/>
            <pc:sldMk cId="3464861492" sldId="360"/>
            <ac:spMk id="4" creationId="{9F0AC81F-5519-F6E5-A28C-5D5BBDC489EB}"/>
          </ac:spMkLst>
        </pc:spChg>
        <pc:spChg chg="add mod ord">
          <ac:chgData name="Kirsten Birch Håkansson" userId="b2eb0f2d-614f-4d37-ac27-4f1e9942fa6b" providerId="ADAL" clId="{0730E8E2-8FDA-4C0D-951F-FC830B67EA1D}" dt="2026-09-22T10:47:34.196" v="705" actId="20577"/>
          <ac:spMkLst>
            <pc:docMk/>
            <pc:sldMk cId="3464861492" sldId="360"/>
            <ac:spMk id="5" creationId="{CEE875E5-0022-D9DD-7288-B0CD8CFE531D}"/>
          </ac:spMkLst>
        </pc:spChg>
        <pc:spChg chg="add mod ord">
          <ac:chgData name="Kirsten Birch Håkansson" userId="b2eb0f2d-614f-4d37-ac27-4f1e9942fa6b" providerId="ADAL" clId="{0730E8E2-8FDA-4C0D-951F-FC830B67EA1D}" dt="2026-09-22T10:56:08.629" v="1182" actId="20577"/>
          <ac:spMkLst>
            <pc:docMk/>
            <pc:sldMk cId="3464861492" sldId="360"/>
            <ac:spMk id="6" creationId="{F65A6D7B-89F2-524D-8B96-DE4E33BD15A6}"/>
          </ac:spMkLst>
        </pc:spChg>
      </pc:sldChg>
      <pc:sldChg chg="addSp delSp modSp new mod chgLayout">
        <pc:chgData name="Kirsten Birch Håkansson" userId="b2eb0f2d-614f-4d37-ac27-4f1e9942fa6b" providerId="ADAL" clId="{0730E8E2-8FDA-4C0D-951F-FC830B67EA1D}" dt="2026-09-22T12:46:59.868" v="1411" actId="20577"/>
        <pc:sldMkLst>
          <pc:docMk/>
          <pc:sldMk cId="2612982002" sldId="361"/>
        </pc:sldMkLst>
        <pc:spChg chg="del">
          <ac:chgData name="Kirsten Birch Håkansson" userId="b2eb0f2d-614f-4d37-ac27-4f1e9942fa6b" providerId="ADAL" clId="{0730E8E2-8FDA-4C0D-951F-FC830B67EA1D}" dt="2026-09-22T12:45:15.834" v="1365" actId="700"/>
          <ac:spMkLst>
            <pc:docMk/>
            <pc:sldMk cId="2612982002" sldId="361"/>
            <ac:spMk id="2" creationId="{CD4D07B4-4662-20F1-42AC-BA1DA782105A}"/>
          </ac:spMkLst>
        </pc:spChg>
        <pc:spChg chg="del">
          <ac:chgData name="Kirsten Birch Håkansson" userId="b2eb0f2d-614f-4d37-ac27-4f1e9942fa6b" providerId="ADAL" clId="{0730E8E2-8FDA-4C0D-951F-FC830B67EA1D}" dt="2026-09-22T12:45:15.834" v="1365" actId="700"/>
          <ac:spMkLst>
            <pc:docMk/>
            <pc:sldMk cId="2612982002" sldId="361"/>
            <ac:spMk id="3" creationId="{42444545-3E4E-B7D4-85DE-3E4CC0CF69D4}"/>
          </ac:spMkLst>
        </pc:spChg>
        <pc:spChg chg="add mod ord">
          <ac:chgData name="Kirsten Birch Håkansson" userId="b2eb0f2d-614f-4d37-ac27-4f1e9942fa6b" providerId="ADAL" clId="{0730E8E2-8FDA-4C0D-951F-FC830B67EA1D}" dt="2026-09-22T12:46:59.868" v="1411" actId="20577"/>
          <ac:spMkLst>
            <pc:docMk/>
            <pc:sldMk cId="2612982002" sldId="361"/>
            <ac:spMk id="4" creationId="{9B8803E2-0DE7-B08E-047D-F2061235AA2D}"/>
          </ac:spMkLst>
        </pc:spChg>
        <pc:spChg chg="add del mod ord">
          <ac:chgData name="Kirsten Birch Håkansson" userId="b2eb0f2d-614f-4d37-ac27-4f1e9942fa6b" providerId="ADAL" clId="{0730E8E2-8FDA-4C0D-951F-FC830B67EA1D}" dt="2026-09-22T12:46:10.808" v="1387" actId="22"/>
          <ac:spMkLst>
            <pc:docMk/>
            <pc:sldMk cId="2612982002" sldId="361"/>
            <ac:spMk id="5" creationId="{941DD27A-DD3F-43A0-527E-902963199807}"/>
          </ac:spMkLst>
        </pc:spChg>
        <pc:picChg chg="add mod ord">
          <ac:chgData name="Kirsten Birch Håkansson" userId="b2eb0f2d-614f-4d37-ac27-4f1e9942fa6b" providerId="ADAL" clId="{0730E8E2-8FDA-4C0D-951F-FC830B67EA1D}" dt="2026-09-22T12:46:10.808" v="1387" actId="22"/>
          <ac:picMkLst>
            <pc:docMk/>
            <pc:sldMk cId="2612982002" sldId="361"/>
            <ac:picMk id="7" creationId="{AF247514-1222-43E7-229A-7F7D26AEA741}"/>
          </ac:picMkLst>
        </pc:picChg>
      </pc:sldChg>
      <pc:sldChg chg="modSp new mod">
        <pc:chgData name="Kirsten Birch Håkansson" userId="b2eb0f2d-614f-4d37-ac27-4f1e9942fa6b" providerId="ADAL" clId="{0730E8E2-8FDA-4C0D-951F-FC830B67EA1D}" dt="2026-09-22T12:53:28.053" v="1497" actId="790"/>
        <pc:sldMkLst>
          <pc:docMk/>
          <pc:sldMk cId="380020288" sldId="362"/>
        </pc:sldMkLst>
        <pc:spChg chg="mod">
          <ac:chgData name="Kirsten Birch Håkansson" userId="b2eb0f2d-614f-4d37-ac27-4f1e9942fa6b" providerId="ADAL" clId="{0730E8E2-8FDA-4C0D-951F-FC830B67EA1D}" dt="2026-09-22T12:53:28.053" v="1497" actId="790"/>
          <ac:spMkLst>
            <pc:docMk/>
            <pc:sldMk cId="380020288" sldId="362"/>
            <ac:spMk id="2" creationId="{D130E28E-15B4-EF1D-3F24-9A17A8CF5282}"/>
          </ac:spMkLst>
        </pc:spChg>
        <pc:spChg chg="mod">
          <ac:chgData name="Kirsten Birch Håkansson" userId="b2eb0f2d-614f-4d37-ac27-4f1e9942fa6b" providerId="ADAL" clId="{0730E8E2-8FDA-4C0D-951F-FC830B67EA1D}" dt="2026-09-22T12:53:14.085" v="1496" actId="33524"/>
          <ac:spMkLst>
            <pc:docMk/>
            <pc:sldMk cId="380020288" sldId="362"/>
            <ac:spMk id="3" creationId="{649D0251-C947-8BCE-2D0F-3CDBE64390B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2B986-73CE-4AAC-A714-E41154FF892D}" type="datetimeFigureOut">
              <a:rPr lang="en-GB" smtClean="0"/>
              <a:t>22/09/2026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89508-5271-463E-B5D5-8583B959C0E7}" type="slidenum">
              <a:rPr lang="en-GB" smtClean="0"/>
              <a:t>‹#›</a:t>
            </a:fld>
            <a:endParaRPr lang="en-GB"/>
          </a:p>
        </p:txBody>
      </p:sp>
    </p:spTree>
    <p:extLst>
      <p:ext uri="{BB962C8B-B14F-4D97-AF65-F5344CB8AC3E}">
        <p14:creationId xmlns:p14="http://schemas.microsoft.com/office/powerpoint/2010/main" val="3210842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8D197-ED31-D3D4-D6FE-2B9E62151F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E037255-F820-7D34-9D55-E7BAA5380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04D4AC8-4B60-38E6-7395-F8B2C6F74E87}"/>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EBCB44D4-0483-4FC1-C03E-16BACA8D83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F6C7E0-43EA-77A6-734C-08A8397DF058}"/>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2072992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117FC-F448-2256-169A-670FFFCDDD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508528-457B-F708-F49E-B1F89EE10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55D301-5398-1C47-8484-15EDF38D838F}"/>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D34EFA12-F112-E0D9-6542-4AFA7D3EE4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06EE7D-88E3-DE35-106D-2B3252F39BDF}"/>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8882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4F82-5E29-28ED-453A-3171A2D15D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FE43F16-7094-0508-9EB4-A5183AEF39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E4F016-EF71-0DF8-6499-A8CD06F157D2}"/>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00B64765-E2E9-F0E1-7890-0FCCE35DFC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436F44-ABC1-4B40-980B-944042FBE617}"/>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3855228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41DD4-3882-0F55-A015-FB773C618D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A5D8695-6914-A66C-E376-48A780F1C0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0BC547A-2ACC-9004-E215-A6E9B1B656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9118918-2456-8BD9-06DD-10C541E3C7B8}"/>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6" name="Footer Placeholder 5">
            <a:extLst>
              <a:ext uri="{FF2B5EF4-FFF2-40B4-BE49-F238E27FC236}">
                <a16:creationId xmlns:a16="http://schemas.microsoft.com/office/drawing/2014/main" id="{E9216DE0-56AA-8B9E-58F7-8329E8986A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FF8426-0B43-CFEC-F760-D72CB6C146E9}"/>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420797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FCED-49EE-4C3F-760E-58AED97997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51DD875-2369-25E7-2A67-C7A23273E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84A3FC-178E-C9EE-8398-97F43977C5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5AEEF4-F0CB-3463-E59B-392B88ED8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11A1D4-A59C-4ECC-DC18-0A3477486F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BD9125D-98BD-290A-F68D-FEBD68DE5861}"/>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8" name="Footer Placeholder 7">
            <a:extLst>
              <a:ext uri="{FF2B5EF4-FFF2-40B4-BE49-F238E27FC236}">
                <a16:creationId xmlns:a16="http://schemas.microsoft.com/office/drawing/2014/main" id="{5FF0650E-FBFA-487E-1AC1-CB6EB4BB8B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2F5C064-682A-B68B-D781-F42142B81010}"/>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1563036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D06F3-6FFF-3C98-79EA-F23A70A6FDB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E608969-C3ED-3886-694A-CFB045836ED9}"/>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4" name="Footer Placeholder 3">
            <a:extLst>
              <a:ext uri="{FF2B5EF4-FFF2-40B4-BE49-F238E27FC236}">
                <a16:creationId xmlns:a16="http://schemas.microsoft.com/office/drawing/2014/main" id="{CAA5D059-FA93-4C74-B290-BABF7871E46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4A4CAE6-63EF-087B-A4C5-A02AB00DAB7B}"/>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485732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615BB0-8883-7C68-E37B-7F6D69C203F9}"/>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3" name="Footer Placeholder 2">
            <a:extLst>
              <a:ext uri="{FF2B5EF4-FFF2-40B4-BE49-F238E27FC236}">
                <a16:creationId xmlns:a16="http://schemas.microsoft.com/office/drawing/2014/main" id="{6DF66AC3-E185-2162-FF21-33A1A090056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7956DC6-DA36-2EE6-6776-44A38F2F17D6}"/>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1250047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3AB3-5E74-620A-9489-4AC433FE1C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2EC81C-4F1F-8C92-F903-9D452341A1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2026AE3-BB73-4739-2B38-CAEDF86BB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320BB-E009-0118-5399-3B48891BAE89}"/>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6" name="Footer Placeholder 5">
            <a:extLst>
              <a:ext uri="{FF2B5EF4-FFF2-40B4-BE49-F238E27FC236}">
                <a16:creationId xmlns:a16="http://schemas.microsoft.com/office/drawing/2014/main" id="{D7E5CDE0-DB2D-4F28-3DE2-E22197CA70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1A9DBC3-5270-1414-B58C-E255FA897D1A}"/>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286643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621F-BBDE-ADF3-1B56-DA2333913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EDF4C5E-1FC4-13DC-A7DF-90DBB45BCEE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98213F2-4588-DD1A-4A98-AB49D2CD5E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04F6D9-7F7B-5AF6-535B-9AAE9ECF1C46}"/>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6" name="Footer Placeholder 5">
            <a:extLst>
              <a:ext uri="{FF2B5EF4-FFF2-40B4-BE49-F238E27FC236}">
                <a16:creationId xmlns:a16="http://schemas.microsoft.com/office/drawing/2014/main" id="{B2CA014A-7062-8804-78B4-F9A5985446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6F9FB4-0C79-FF24-9E7D-653E7D48597A}"/>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307710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5EF61-FFE4-5789-1B6C-AD6F2C4FA6C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EB853C-00DD-0A47-0E7D-8A6BDE912A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A490A-D935-4278-5BEF-B9C5EBAB889C}"/>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B6DC908A-DA3A-D805-97F3-22FA92C20F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30B9A9-C8E1-4393-CF26-99E464A611D5}"/>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29978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4B0F87-3C47-5C26-FA78-3E2FA66BAE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DCC88E-E064-A036-A08B-19B236AE71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A002DD-CE12-AF08-EF31-FE7912B5992D}"/>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E4DA6D5F-9D0E-B2D3-B9E0-26CB3F7BAB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865F84-D52B-79E9-D636-03428C10DA20}"/>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3889646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C4145-58F1-04FA-2D87-BBD2E86EBA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F6E394-AF70-4307-5580-891EACE3D3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73ADFB-EDD2-6E69-AC33-DA712BD38A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984A68EF-9D6C-624E-BF96-2E32BF32F9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D041247-4208-71FE-5541-8618734395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9823C4-68E3-4DB9-9CD7-B52F9C9901CC}" type="slidenum">
              <a:rPr lang="en-GB" smtClean="0"/>
              <a:t>‹#›</a:t>
            </a:fld>
            <a:endParaRPr lang="en-GB"/>
          </a:p>
        </p:txBody>
      </p:sp>
    </p:spTree>
    <p:extLst>
      <p:ext uri="{BB962C8B-B14F-4D97-AF65-F5344CB8AC3E}">
        <p14:creationId xmlns:p14="http://schemas.microsoft.com/office/powerpoint/2010/main" val="4096819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i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5F78B-B38F-9F64-F2D1-204D4E18BB86}"/>
              </a:ext>
            </a:extLst>
          </p:cNvPr>
          <p:cNvSpPr>
            <a:spLocks noGrp="1"/>
          </p:cNvSpPr>
          <p:nvPr>
            <p:ph type="ctrTitle"/>
          </p:nvPr>
        </p:nvSpPr>
        <p:spPr/>
        <p:txBody>
          <a:bodyPr/>
          <a:lstStyle/>
          <a:p>
            <a:r>
              <a:rPr lang="da-DK" dirty="0" err="1"/>
              <a:t>Known</a:t>
            </a:r>
            <a:r>
              <a:rPr lang="da-DK" dirty="0"/>
              <a:t> issues</a:t>
            </a:r>
            <a:endParaRPr lang="en-GB" dirty="0"/>
          </a:p>
        </p:txBody>
      </p:sp>
      <p:sp>
        <p:nvSpPr>
          <p:cNvPr id="3" name="Subtitle 2">
            <a:extLst>
              <a:ext uri="{FF2B5EF4-FFF2-40B4-BE49-F238E27FC236}">
                <a16:creationId xmlns:a16="http://schemas.microsoft.com/office/drawing/2014/main" id="{9E0B5C6B-5789-BDC6-E639-22A0D3D6194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838426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E9BE-6439-F74A-5118-6FCE09AC0F6F}"/>
              </a:ext>
            </a:extLst>
          </p:cNvPr>
          <p:cNvSpPr>
            <a:spLocks noGrp="1"/>
          </p:cNvSpPr>
          <p:nvPr>
            <p:ph type="title"/>
          </p:nvPr>
        </p:nvSpPr>
        <p:spPr/>
        <p:txBody>
          <a:bodyPr/>
          <a:lstStyle/>
          <a:p>
            <a:r>
              <a:rPr lang="da-DK" dirty="0"/>
              <a:t>Units in CEF (#17)</a:t>
            </a:r>
            <a:endParaRPr lang="en-GB" dirty="0"/>
          </a:p>
        </p:txBody>
      </p:sp>
      <p:sp>
        <p:nvSpPr>
          <p:cNvPr id="3" name="Content Placeholder 2">
            <a:extLst>
              <a:ext uri="{FF2B5EF4-FFF2-40B4-BE49-F238E27FC236}">
                <a16:creationId xmlns:a16="http://schemas.microsoft.com/office/drawing/2014/main" id="{3262045E-F96E-B75C-A12D-7BBD7090FA9C}"/>
              </a:ext>
            </a:extLst>
          </p:cNvPr>
          <p:cNvSpPr>
            <a:spLocks noGrp="1"/>
          </p:cNvSpPr>
          <p:nvPr>
            <p:ph idx="1"/>
          </p:nvPr>
        </p:nvSpPr>
        <p:spPr/>
        <p:txBody>
          <a:bodyPr/>
          <a:lstStyle/>
          <a:p>
            <a:pPr marL="0" indent="0">
              <a:buNone/>
            </a:pPr>
            <a:r>
              <a:rPr lang="en-GB" dirty="0"/>
              <a:t>Any issue in accepting cm, and potentially </a:t>
            </a:r>
            <a:r>
              <a:rPr lang="en-GB" dirty="0" err="1"/>
              <a:t>scm</a:t>
            </a:r>
            <a:r>
              <a:rPr lang="en-GB" dirty="0"/>
              <a:t>, in </a:t>
            </a:r>
            <a:r>
              <a:rPr lang="en-GB" dirty="0" err="1"/>
              <a:t>distributionUnit</a:t>
            </a:r>
            <a:r>
              <a:rPr lang="en-GB" dirty="0"/>
              <a:t> and </a:t>
            </a:r>
            <a:r>
              <a:rPr lang="en-GB" dirty="0" err="1"/>
              <a:t>variableUnit</a:t>
            </a:r>
            <a:r>
              <a:rPr lang="en-GB" dirty="0"/>
              <a:t> in CEF.DN (only for </a:t>
            </a:r>
            <a:r>
              <a:rPr lang="en-US" dirty="0"/>
              <a:t>Length-related distribution types or </a:t>
            </a:r>
            <a:r>
              <a:rPr lang="en-US" dirty="0" err="1"/>
              <a:t>WidthCarapace</a:t>
            </a:r>
            <a:r>
              <a:rPr lang="en-US" dirty="0"/>
              <a:t>)</a:t>
            </a:r>
            <a:endParaRPr lang="en-GB" dirty="0"/>
          </a:p>
          <a:p>
            <a:pPr marL="0" indent="0">
              <a:buNone/>
            </a:pPr>
            <a:endParaRPr lang="en-GB" dirty="0"/>
          </a:p>
          <a:p>
            <a:pPr marL="0" indent="0">
              <a:buNone/>
            </a:pPr>
            <a:endParaRPr lang="en-GB" dirty="0"/>
          </a:p>
          <a:p>
            <a:pPr marL="0" indent="0">
              <a:buNone/>
            </a:pPr>
            <a:endParaRPr lang="en-GB" dirty="0"/>
          </a:p>
        </p:txBody>
      </p:sp>
      <p:graphicFrame>
        <p:nvGraphicFramePr>
          <p:cNvPr id="5" name="Table 4">
            <a:extLst>
              <a:ext uri="{FF2B5EF4-FFF2-40B4-BE49-F238E27FC236}">
                <a16:creationId xmlns:a16="http://schemas.microsoft.com/office/drawing/2014/main" id="{FFA0F169-D104-A017-9771-B3BB17137B99}"/>
              </a:ext>
            </a:extLst>
          </p:cNvPr>
          <p:cNvGraphicFramePr>
            <a:graphicFrameLocks noGrp="1"/>
          </p:cNvGraphicFramePr>
          <p:nvPr>
            <p:extLst>
              <p:ext uri="{D42A27DB-BD31-4B8C-83A1-F6EECF244321}">
                <p14:modId xmlns:p14="http://schemas.microsoft.com/office/powerpoint/2010/main" val="2437610596"/>
              </p:ext>
            </p:extLst>
          </p:nvPr>
        </p:nvGraphicFramePr>
        <p:xfrm>
          <a:off x="838200" y="3079115"/>
          <a:ext cx="10515600" cy="3413760"/>
        </p:xfrm>
        <a:graphic>
          <a:graphicData uri="http://schemas.openxmlformats.org/drawingml/2006/table">
            <a:tbl>
              <a:tblPr>
                <a:tableStyleId>{5C22544A-7EE6-4342-B048-85BDC9FD1C3A}</a:tableStyleId>
              </a:tblPr>
              <a:tblGrid>
                <a:gridCol w="756321">
                  <a:extLst>
                    <a:ext uri="{9D8B030D-6E8A-4147-A177-3AD203B41FA5}">
                      <a16:colId xmlns:a16="http://schemas.microsoft.com/office/drawing/2014/main" val="4280152091"/>
                    </a:ext>
                  </a:extLst>
                </a:gridCol>
                <a:gridCol w="3699596">
                  <a:extLst>
                    <a:ext uri="{9D8B030D-6E8A-4147-A177-3AD203B41FA5}">
                      <a16:colId xmlns:a16="http://schemas.microsoft.com/office/drawing/2014/main" val="4135200922"/>
                    </a:ext>
                  </a:extLst>
                </a:gridCol>
                <a:gridCol w="3845393">
                  <a:extLst>
                    <a:ext uri="{9D8B030D-6E8A-4147-A177-3AD203B41FA5}">
                      <a16:colId xmlns:a16="http://schemas.microsoft.com/office/drawing/2014/main" val="1562761287"/>
                    </a:ext>
                  </a:extLst>
                </a:gridCol>
                <a:gridCol w="2214290">
                  <a:extLst>
                    <a:ext uri="{9D8B030D-6E8A-4147-A177-3AD203B41FA5}">
                      <a16:colId xmlns:a16="http://schemas.microsoft.com/office/drawing/2014/main" val="466090500"/>
                    </a:ext>
                  </a:extLst>
                </a:gridCol>
              </a:tblGrid>
              <a:tr h="0">
                <a:tc>
                  <a:txBody>
                    <a:bodyPr/>
                    <a:lstStyle/>
                    <a:p>
                      <a:pPr algn="l" fontAlgn="t">
                        <a:buNone/>
                      </a:pPr>
                      <a:r>
                        <a:rPr lang="en-GB" sz="700" u="none" strike="noStrike">
                          <a:effectLst/>
                        </a:rPr>
                        <a:t>distributionType</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dirty="0">
                          <a:effectLst/>
                        </a:rPr>
                        <a:t>Age, </a:t>
                      </a:r>
                      <a:r>
                        <a:rPr lang="en-GB" sz="700" u="none" strike="noStrike" dirty="0" err="1">
                          <a:effectLst/>
                        </a:rPr>
                        <a:t>WidthCarapace</a:t>
                      </a:r>
                      <a:r>
                        <a:rPr lang="en-GB" sz="700" u="none" strike="noStrike" dirty="0">
                          <a:effectLst/>
                        </a:rPr>
                        <a:t>, </a:t>
                      </a:r>
                      <a:r>
                        <a:rPr lang="en-GB" sz="700" u="none" strike="noStrike" dirty="0" err="1">
                          <a:effectLst/>
                        </a:rPr>
                        <a:t>LengthCarapace</a:t>
                      </a:r>
                      <a:r>
                        <a:rPr lang="en-GB" sz="700" u="none" strike="noStrike" dirty="0">
                          <a:effectLst/>
                        </a:rPr>
                        <a:t>, </a:t>
                      </a:r>
                      <a:r>
                        <a:rPr lang="en-GB" sz="700" u="none" strike="noStrike" dirty="0" err="1">
                          <a:effectLst/>
                        </a:rPr>
                        <a:t>LengthMantle</a:t>
                      </a:r>
                      <a:r>
                        <a:rPr lang="en-GB" sz="700" u="none" strike="noStrike" dirty="0">
                          <a:effectLst/>
                        </a:rPr>
                        <a:t>, </a:t>
                      </a:r>
                      <a:r>
                        <a:rPr lang="en-GB" sz="700" u="none" strike="noStrike" dirty="0" err="1">
                          <a:effectLst/>
                        </a:rPr>
                        <a:t>LengthMaximumShell</a:t>
                      </a:r>
                      <a:r>
                        <a:rPr lang="en-GB" sz="700" u="none" strike="noStrike" dirty="0">
                          <a:effectLst/>
                        </a:rPr>
                        <a:t>, </a:t>
                      </a:r>
                      <a:r>
                        <a:rPr lang="en-GB" sz="700" u="none" strike="noStrike" dirty="0" err="1">
                          <a:effectLst/>
                        </a:rPr>
                        <a:t>LengthPreAnal</a:t>
                      </a:r>
                      <a:r>
                        <a:rPr lang="en-GB" sz="700" u="none" strike="noStrike" dirty="0">
                          <a:effectLst/>
                        </a:rPr>
                        <a:t>, </a:t>
                      </a:r>
                      <a:r>
                        <a:rPr lang="en-GB" sz="700" u="none" strike="noStrike" dirty="0" err="1">
                          <a:effectLst/>
                        </a:rPr>
                        <a:t>LengthPreCaudal</a:t>
                      </a:r>
                      <a:r>
                        <a:rPr lang="en-GB" sz="700" u="none" strike="noStrike" dirty="0">
                          <a:effectLst/>
                        </a:rPr>
                        <a:t>, </a:t>
                      </a:r>
                      <a:r>
                        <a:rPr lang="en-GB" sz="700" u="none" strike="noStrike" dirty="0" err="1">
                          <a:effectLst/>
                        </a:rPr>
                        <a:t>LengthStandard</a:t>
                      </a:r>
                      <a:r>
                        <a:rPr lang="en-GB" sz="700" u="none" strike="noStrike" dirty="0">
                          <a:effectLst/>
                        </a:rPr>
                        <a:t>, </a:t>
                      </a:r>
                      <a:r>
                        <a:rPr lang="en-GB" sz="700" u="none" strike="noStrike" dirty="0" err="1">
                          <a:effectLst/>
                        </a:rPr>
                        <a:t>LengthTotal</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The kind of distribution provided, e.g., use Age for an age distribution, the appropriate length measurement type (</a:t>
                      </a:r>
                      <a:r>
                        <a:rPr lang="en-GB" sz="700" u="none" strike="noStrike" dirty="0" err="1">
                          <a:effectLst/>
                        </a:rPr>
                        <a:t>LengthCarapace</a:t>
                      </a:r>
                      <a:r>
                        <a:rPr lang="en-GB" sz="700" u="none" strike="noStrike" dirty="0">
                          <a:effectLst/>
                        </a:rPr>
                        <a:t>, </a:t>
                      </a:r>
                      <a:r>
                        <a:rPr lang="en-GB" sz="700" u="none" strike="noStrike" dirty="0" err="1">
                          <a:effectLst/>
                        </a:rPr>
                        <a:t>LengthMantle</a:t>
                      </a:r>
                      <a:r>
                        <a:rPr lang="en-GB" sz="700" u="none" strike="noStrike" dirty="0">
                          <a:effectLst/>
                        </a:rPr>
                        <a:t>, </a:t>
                      </a:r>
                      <a:r>
                        <a:rPr lang="en-GB" sz="700" u="none" strike="noStrike" dirty="0" err="1">
                          <a:effectLst/>
                        </a:rPr>
                        <a:t>LengthMaximumShell</a:t>
                      </a:r>
                      <a:r>
                        <a:rPr lang="en-GB" sz="700" u="none" strike="noStrike" dirty="0">
                          <a:effectLst/>
                        </a:rPr>
                        <a:t>, </a:t>
                      </a:r>
                      <a:r>
                        <a:rPr lang="en-GB" sz="700" u="none" strike="noStrike" dirty="0" err="1">
                          <a:effectLst/>
                        </a:rPr>
                        <a:t>LengthPreAnal</a:t>
                      </a:r>
                      <a:r>
                        <a:rPr lang="en-GB" sz="700" u="none" strike="noStrike" dirty="0">
                          <a:effectLst/>
                        </a:rPr>
                        <a:t>, </a:t>
                      </a:r>
                      <a:r>
                        <a:rPr lang="en-GB" sz="700" u="none" strike="noStrike" dirty="0" err="1">
                          <a:effectLst/>
                        </a:rPr>
                        <a:t>LengthPreCaudal</a:t>
                      </a:r>
                      <a:r>
                        <a:rPr lang="en-GB" sz="700" u="none" strike="noStrike" dirty="0">
                          <a:effectLst/>
                        </a:rPr>
                        <a:t>, </a:t>
                      </a:r>
                      <a:r>
                        <a:rPr lang="en-GB" sz="700" u="none" strike="noStrike" dirty="0" err="1">
                          <a:effectLst/>
                        </a:rPr>
                        <a:t>LengthStandard</a:t>
                      </a:r>
                      <a:r>
                        <a:rPr lang="en-GB" sz="700" u="none" strike="noStrike" dirty="0">
                          <a:effectLst/>
                        </a:rPr>
                        <a:t> and </a:t>
                      </a:r>
                      <a:r>
                        <a:rPr lang="en-GB" sz="700" u="none" strike="noStrike" dirty="0" err="1">
                          <a:effectLst/>
                        </a:rPr>
                        <a:t>LengthTotal</a:t>
                      </a:r>
                      <a:r>
                        <a:rPr lang="en-GB" sz="700" u="none" strike="noStrike" dirty="0">
                          <a:effectLst/>
                        </a:rPr>
                        <a:t>) for a length distribution and </a:t>
                      </a:r>
                      <a:r>
                        <a:rPr lang="en-GB" sz="700" u="none" strike="noStrike" dirty="0" err="1">
                          <a:effectLst/>
                        </a:rPr>
                        <a:t>WidthCarapace</a:t>
                      </a:r>
                      <a:r>
                        <a:rPr lang="en-GB" sz="700" u="none" strike="noStrike" dirty="0">
                          <a:effectLst/>
                        </a:rPr>
                        <a:t> for a width distribution</a:t>
                      </a:r>
                      <a:br>
                        <a:rPr lang="en-GB" sz="700" u="none" strike="noStrike" dirty="0">
                          <a:effectLst/>
                        </a:rPr>
                      </a:br>
                      <a:br>
                        <a:rPr lang="en-GB" sz="700" u="none" strike="noStrike" dirty="0">
                          <a:effectLst/>
                        </a:rPr>
                      </a:br>
                      <a:r>
                        <a:rPr lang="en-GB" sz="700" u="none" strike="noStrike" dirty="0">
                          <a:effectLst/>
                        </a:rPr>
                        <a:t>Type of length or width measurement type should follow the specification in the data call</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Accepted codes in this field: Age, WidthCarapace, LengthCarapace, LengthMantle, LengthMaximumShell, LengthPreAnal, LengthPreCaudal, LengthStandard, LengthTotal</a:t>
                      </a:r>
                      <a:endParaRPr lang="en-GB" sz="700" b="0" i="0" u="none" strike="noStrike">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1423503938"/>
                  </a:ext>
                </a:extLst>
              </a:tr>
              <a:tr h="0">
                <a:tc>
                  <a:txBody>
                    <a:bodyPr/>
                    <a:lstStyle/>
                    <a:p>
                      <a:pPr algn="l" fontAlgn="t">
                        <a:buNone/>
                      </a:pPr>
                      <a:r>
                        <a:rPr lang="en-GB" sz="700" u="none" strike="noStrike">
                          <a:effectLst/>
                        </a:rPr>
                        <a:t>distributionUnit</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dirty="0">
                          <a:effectLst/>
                        </a:rPr>
                        <a:t> </a:t>
                      </a:r>
                      <a:r>
                        <a:rPr lang="en-GB" sz="700" u="none" strike="noStrike" dirty="0" err="1">
                          <a:effectLst/>
                        </a:rPr>
                        <a:t>Nwr</a:t>
                      </a:r>
                      <a:r>
                        <a:rPr lang="en-GB" sz="700" u="none" strike="noStrike" dirty="0">
                          <a:effectLst/>
                        </a:rPr>
                        <a:t>, y, mm</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The unit of the </a:t>
                      </a:r>
                      <a:r>
                        <a:rPr lang="en-GB" sz="700" u="none" strike="noStrike" dirty="0" err="1">
                          <a:effectLst/>
                        </a:rPr>
                        <a:t>distributionType</a:t>
                      </a:r>
                      <a:r>
                        <a:rPr lang="en-GB" sz="700" u="none" strike="noStrike" dirty="0">
                          <a:effectLst/>
                        </a:rPr>
                        <a:t>. </a:t>
                      </a:r>
                      <a:br>
                        <a:rPr lang="en-GB" sz="700" u="none" strike="noStrike" dirty="0">
                          <a:effectLst/>
                        </a:rPr>
                      </a:br>
                      <a:br>
                        <a:rPr lang="en-GB" sz="700" u="none" strike="noStrike" dirty="0">
                          <a:effectLst/>
                        </a:rPr>
                      </a:br>
                      <a:r>
                        <a:rPr lang="en-GB" sz="700" u="none" strike="noStrike" dirty="0">
                          <a:effectLst/>
                        </a:rPr>
                        <a:t>If </a:t>
                      </a:r>
                      <a:r>
                        <a:rPr lang="en-GB" sz="700" u="none" strike="noStrike" dirty="0" err="1">
                          <a:effectLst/>
                        </a:rPr>
                        <a:t>distributionType</a:t>
                      </a:r>
                      <a:r>
                        <a:rPr lang="en-GB" sz="700" u="none" strike="noStrike" dirty="0">
                          <a:effectLst/>
                        </a:rPr>
                        <a:t> = Age, then use </a:t>
                      </a:r>
                      <a:r>
                        <a:rPr lang="en-GB" sz="700" u="none" strike="noStrike" dirty="0" err="1">
                          <a:effectLst/>
                        </a:rPr>
                        <a:t>Nwr</a:t>
                      </a:r>
                      <a:r>
                        <a:rPr lang="en-GB" sz="700" u="none" strike="noStrike" dirty="0">
                          <a:effectLst/>
                        </a:rPr>
                        <a:t> or y. </a:t>
                      </a:r>
                      <a:br>
                        <a:rPr lang="en-GB" sz="700" u="none" strike="noStrike" dirty="0">
                          <a:effectLst/>
                        </a:rPr>
                      </a:br>
                      <a:r>
                        <a:rPr lang="en-GB" sz="700" u="none" strike="noStrike" dirty="0">
                          <a:effectLst/>
                        </a:rPr>
                        <a:t>Use 'mm' for the Length-related distribution types or </a:t>
                      </a:r>
                      <a:r>
                        <a:rPr lang="en-GB" sz="700" u="none" strike="noStrike" dirty="0" err="1">
                          <a:effectLst/>
                        </a:rPr>
                        <a:t>WidthCarapace</a:t>
                      </a:r>
                      <a:r>
                        <a:rPr lang="en-GB" sz="700" u="none" strike="noStrike" dirty="0">
                          <a:effectLst/>
                        </a:rPr>
                        <a:t>.</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Accepted codes in this field: Nwr, y, mm</a:t>
                      </a:r>
                      <a:br>
                        <a:rPr lang="en-GB" sz="700" u="none" strike="noStrike">
                          <a:effectLst/>
                        </a:rPr>
                      </a:br>
                      <a:br>
                        <a:rPr lang="en-GB" sz="700" u="none" strike="noStrike">
                          <a:effectLst/>
                        </a:rPr>
                      </a:br>
                      <a:r>
                        <a:rPr lang="en-GB" sz="700" u="none" strike="noStrike">
                          <a:effectLst/>
                        </a:rPr>
                        <a:t>If distributionType = Age --&gt; distributionUnit  = y or Nwr</a:t>
                      </a:r>
                      <a:br>
                        <a:rPr lang="en-GB" sz="700" u="none" strike="noStrike">
                          <a:effectLst/>
                        </a:rPr>
                      </a:br>
                      <a:r>
                        <a:rPr lang="en-GB" sz="700" u="none" strike="noStrike">
                          <a:effectLst/>
                        </a:rPr>
                        <a:t>if distributionType != Age --&gt; distributionUnit = mm</a:t>
                      </a:r>
                      <a:br>
                        <a:rPr lang="en-GB" sz="700" u="none" strike="noStrike">
                          <a:effectLst/>
                        </a:rPr>
                      </a:br>
                      <a:br>
                        <a:rPr lang="en-GB" sz="700" u="none" strike="noStrike">
                          <a:effectLst/>
                        </a:rPr>
                      </a:br>
                      <a:r>
                        <a:rPr lang="en-GB" sz="700" u="none" strike="noStrike">
                          <a:effectLst/>
                        </a:rPr>
                        <a:t>distributionUnit should be the same within vesselFlagCountry, year, workingGroup, stock, speciesCode, catchCategory, domainBiology and distributionType</a:t>
                      </a:r>
                      <a:endParaRPr lang="en-GB" sz="700" b="0" i="0" u="none" strike="noStrike">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3868216135"/>
                  </a:ext>
                </a:extLst>
              </a:tr>
              <a:tr h="0">
                <a:tc>
                  <a:txBody>
                    <a:bodyPr/>
                    <a:lstStyle/>
                    <a:p>
                      <a:pPr algn="l" fontAlgn="t">
                        <a:buNone/>
                      </a:pPr>
                      <a:r>
                        <a:rPr lang="en-GB" sz="700" u="none" strike="noStrike">
                          <a:effectLst/>
                        </a:rPr>
                        <a:t>variableType</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a:effectLst/>
                        </a:rPr>
                        <a:t>WeightLive, Number, WidthCarapace, LengthCarapace., LengthMantle, LengthMaximumShell, LengthPreAnal, LengthPreCaudal, LengthStandard, LengthTotal </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This specifies whether mean live weight (WeightLive), length (LengthCarapace, LengthMantle, LengthMaximumShell, LengthPreAnal, LengthPreCaudal, LengthStandard, or LengthTotal), width (WidthCarapace)or count (Number)s reported within a distribution.</a:t>
                      </a:r>
                      <a:br>
                        <a:rPr lang="en-GB" sz="700" u="none" strike="noStrike">
                          <a:effectLst/>
                        </a:rPr>
                      </a:br>
                      <a:br>
                        <a:rPr lang="en-GB" sz="700" u="none" strike="noStrike">
                          <a:effectLst/>
                        </a:rPr>
                      </a:b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Accepted codes in this field:  WeightLive, Number, WidthCarapace, LengthCarapace., LengthMantle, LengthMaximumShell, LengthPreAnal, LengthPreCaudal, LengthStandard and LengthTotal </a:t>
                      </a:r>
                      <a:br>
                        <a:rPr lang="en-GB" sz="700" u="none" strike="noStrike">
                          <a:effectLst/>
                        </a:rPr>
                      </a:br>
                      <a:br>
                        <a:rPr lang="en-GB" sz="700" u="none" strike="noStrike">
                          <a:effectLst/>
                        </a:rPr>
                      </a:br>
                      <a:r>
                        <a:rPr lang="en-GB" sz="700" u="none" strike="noStrike">
                          <a:effectLst/>
                        </a:rPr>
                        <a:t>variableType in (WidthCarapace, LengthCarapace, LengthMantle, LengthMaximumShell, LengthPreAnal, LengthPreCaudal, LengthStandard, or LengthTotal) is only possible when distributionType= Age</a:t>
                      </a:r>
                      <a:endParaRPr lang="en-GB" sz="700" b="0" i="0" u="none" strike="noStrike">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2953827975"/>
                  </a:ext>
                </a:extLst>
              </a:tr>
              <a:tr h="0">
                <a:tc>
                  <a:txBody>
                    <a:bodyPr/>
                    <a:lstStyle/>
                    <a:p>
                      <a:pPr algn="l" fontAlgn="t">
                        <a:buNone/>
                      </a:pPr>
                      <a:r>
                        <a:rPr lang="en-GB" sz="700" u="none" strike="noStrike">
                          <a:effectLst/>
                        </a:rPr>
                        <a:t>variableUnit</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a:effectLst/>
                        </a:rPr>
                        <a:t>g, kg, mm, N, NE3 </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The unit of the variableType.</a:t>
                      </a:r>
                      <a:br>
                        <a:rPr lang="en-GB" sz="700" u="none" strike="noStrike">
                          <a:effectLst/>
                        </a:rPr>
                      </a:br>
                      <a:r>
                        <a:rPr lang="en-GB" sz="700" u="none" strike="noStrike">
                          <a:effectLst/>
                        </a:rPr>
                        <a:t>If variableType = Number, then variableUnit must be N or NE3</a:t>
                      </a:r>
                      <a:br>
                        <a:rPr lang="en-GB" sz="700" u="none" strike="noStrike">
                          <a:effectLst/>
                        </a:rPr>
                      </a:br>
                      <a:r>
                        <a:rPr lang="en-GB" sz="700" u="none" strike="noStrike">
                          <a:effectLst/>
                        </a:rPr>
                        <a:t>If variableType = WeightLive, then variableUnit must be g or kg</a:t>
                      </a:r>
                      <a:br>
                        <a:rPr lang="en-GB" sz="700" u="none" strike="noStrike">
                          <a:effectLst/>
                        </a:rPr>
                      </a:br>
                      <a:r>
                        <a:rPr lang="en-GB" sz="700" u="none" strike="noStrike">
                          <a:effectLst/>
                        </a:rPr>
                        <a:t>If variableType is WidthCarapace, LengthCarapace, LengthMantle, LengthMaximumShell, LengthPreAnal, LengthPreCaudal, LengthStandard, or LengthTotal, then variableUnit must be mm.</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Accepted codes in this field: g, kg, mm, N, NE3 </a:t>
                      </a:r>
                      <a:br>
                        <a:rPr lang="en-GB" sz="700" u="none" strike="noStrike" dirty="0">
                          <a:effectLst/>
                        </a:rPr>
                      </a:br>
                      <a:br>
                        <a:rPr lang="en-GB" sz="700" u="none" strike="noStrike" dirty="0">
                          <a:effectLst/>
                        </a:rPr>
                      </a:br>
                      <a:r>
                        <a:rPr lang="en-GB" sz="700" u="none" strike="noStrike" dirty="0">
                          <a:effectLst/>
                        </a:rPr>
                        <a:t>If </a:t>
                      </a:r>
                      <a:r>
                        <a:rPr lang="en-GB" sz="700" u="none" strike="noStrike" dirty="0" err="1">
                          <a:effectLst/>
                        </a:rPr>
                        <a:t>variableType</a:t>
                      </a:r>
                      <a:r>
                        <a:rPr lang="en-GB" sz="700" u="none" strike="noStrike" dirty="0">
                          <a:effectLst/>
                        </a:rPr>
                        <a:t> = </a:t>
                      </a:r>
                      <a:r>
                        <a:rPr lang="en-GB" sz="700" u="none" strike="noStrike" dirty="0" err="1">
                          <a:effectLst/>
                        </a:rPr>
                        <a:t>WeightLive</a:t>
                      </a:r>
                      <a:r>
                        <a:rPr lang="en-GB" sz="700" u="none" strike="noStrike" dirty="0">
                          <a:effectLst/>
                        </a:rPr>
                        <a:t> --&gt;</a:t>
                      </a:r>
                      <a:r>
                        <a:rPr lang="en-GB" sz="700" u="none" strike="noStrike" dirty="0" err="1">
                          <a:effectLst/>
                        </a:rPr>
                        <a:t>variableUnit</a:t>
                      </a:r>
                      <a:r>
                        <a:rPr lang="en-GB" sz="700" u="none" strike="noStrike" dirty="0">
                          <a:effectLst/>
                        </a:rPr>
                        <a:t> in (</a:t>
                      </a:r>
                      <a:r>
                        <a:rPr lang="en-GB" sz="700" u="none" strike="noStrike" dirty="0" err="1">
                          <a:effectLst/>
                        </a:rPr>
                        <a:t>g,kg</a:t>
                      </a:r>
                      <a:r>
                        <a:rPr lang="en-GB" sz="700" u="none" strike="noStrike" dirty="0">
                          <a:effectLst/>
                        </a:rPr>
                        <a:t>).</a:t>
                      </a:r>
                      <a:br>
                        <a:rPr lang="en-GB" sz="700" u="none" strike="noStrike" dirty="0">
                          <a:effectLst/>
                        </a:rPr>
                      </a:br>
                      <a:r>
                        <a:rPr lang="en-GB" sz="700" u="none" strike="noStrike" dirty="0">
                          <a:effectLst/>
                        </a:rPr>
                        <a:t>If </a:t>
                      </a:r>
                      <a:r>
                        <a:rPr lang="en-GB" sz="700" u="none" strike="noStrike" dirty="0" err="1">
                          <a:effectLst/>
                        </a:rPr>
                        <a:t>variableType</a:t>
                      </a:r>
                      <a:r>
                        <a:rPr lang="en-GB" sz="700" u="none" strike="noStrike" dirty="0">
                          <a:effectLst/>
                        </a:rPr>
                        <a:t> = Number --&gt; </a:t>
                      </a:r>
                      <a:r>
                        <a:rPr lang="en-GB" sz="700" u="none" strike="noStrike" dirty="0" err="1">
                          <a:effectLst/>
                        </a:rPr>
                        <a:t>variableUnit</a:t>
                      </a:r>
                      <a:r>
                        <a:rPr lang="en-GB" sz="700" u="none" strike="noStrike" dirty="0">
                          <a:effectLst/>
                        </a:rPr>
                        <a:t> in (N,NE3).</a:t>
                      </a:r>
                      <a:br>
                        <a:rPr lang="en-GB" sz="700" u="none" strike="noStrike" dirty="0">
                          <a:effectLst/>
                        </a:rPr>
                      </a:br>
                      <a:r>
                        <a:rPr lang="en-GB" sz="700" u="none" strike="noStrike" dirty="0">
                          <a:effectLst/>
                        </a:rPr>
                        <a:t>If </a:t>
                      </a:r>
                      <a:r>
                        <a:rPr lang="en-GB" sz="700" u="none" strike="noStrike" dirty="0" err="1">
                          <a:effectLst/>
                        </a:rPr>
                        <a:t>variableType</a:t>
                      </a:r>
                      <a:r>
                        <a:rPr lang="en-GB" sz="700" u="none" strike="noStrike" dirty="0">
                          <a:effectLst/>
                        </a:rPr>
                        <a:t> in (</a:t>
                      </a:r>
                      <a:r>
                        <a:rPr lang="en-GB" sz="700" u="none" strike="noStrike" dirty="0" err="1">
                          <a:effectLst/>
                        </a:rPr>
                        <a:t>WidthCarapace</a:t>
                      </a:r>
                      <a:r>
                        <a:rPr lang="en-GB" sz="700" u="none" strike="noStrike" dirty="0">
                          <a:effectLst/>
                        </a:rPr>
                        <a:t>, </a:t>
                      </a:r>
                      <a:r>
                        <a:rPr lang="en-GB" sz="700" u="none" strike="noStrike" dirty="0" err="1">
                          <a:effectLst/>
                        </a:rPr>
                        <a:t>LengthCarapace</a:t>
                      </a:r>
                      <a:r>
                        <a:rPr lang="en-GB" sz="700" u="none" strike="noStrike" dirty="0">
                          <a:effectLst/>
                        </a:rPr>
                        <a:t>., </a:t>
                      </a:r>
                      <a:r>
                        <a:rPr lang="en-GB" sz="700" u="none" strike="noStrike" dirty="0" err="1">
                          <a:effectLst/>
                        </a:rPr>
                        <a:t>LengthMantle</a:t>
                      </a:r>
                      <a:r>
                        <a:rPr lang="en-GB" sz="700" u="none" strike="noStrike" dirty="0">
                          <a:effectLst/>
                        </a:rPr>
                        <a:t>, </a:t>
                      </a:r>
                      <a:r>
                        <a:rPr lang="en-GB" sz="700" u="none" strike="noStrike" dirty="0" err="1">
                          <a:effectLst/>
                        </a:rPr>
                        <a:t>LengthMaximumShell</a:t>
                      </a:r>
                      <a:r>
                        <a:rPr lang="en-GB" sz="700" u="none" strike="noStrike" dirty="0">
                          <a:effectLst/>
                        </a:rPr>
                        <a:t>, </a:t>
                      </a:r>
                      <a:r>
                        <a:rPr lang="en-GB" sz="700" u="none" strike="noStrike" dirty="0" err="1">
                          <a:effectLst/>
                        </a:rPr>
                        <a:t>LengthPreAnal</a:t>
                      </a:r>
                      <a:r>
                        <a:rPr lang="en-GB" sz="700" u="none" strike="noStrike" dirty="0">
                          <a:effectLst/>
                        </a:rPr>
                        <a:t>, </a:t>
                      </a:r>
                      <a:r>
                        <a:rPr lang="en-GB" sz="700" u="none" strike="noStrike" dirty="0" err="1">
                          <a:effectLst/>
                        </a:rPr>
                        <a:t>LengthPreCaudal</a:t>
                      </a:r>
                      <a:r>
                        <a:rPr lang="en-GB" sz="700" u="none" strike="noStrike" dirty="0">
                          <a:effectLst/>
                        </a:rPr>
                        <a:t>, </a:t>
                      </a:r>
                      <a:r>
                        <a:rPr lang="en-GB" sz="700" u="none" strike="noStrike" dirty="0" err="1">
                          <a:effectLst/>
                        </a:rPr>
                        <a:t>LengthStandard</a:t>
                      </a:r>
                      <a:r>
                        <a:rPr lang="en-GB" sz="700" u="none" strike="noStrike" dirty="0">
                          <a:effectLst/>
                        </a:rPr>
                        <a:t>, </a:t>
                      </a:r>
                      <a:r>
                        <a:rPr lang="en-GB" sz="700" u="none" strike="noStrike" dirty="0" err="1">
                          <a:effectLst/>
                        </a:rPr>
                        <a:t>LengthTotal</a:t>
                      </a:r>
                      <a:r>
                        <a:rPr lang="en-GB" sz="700" u="none" strike="noStrike" dirty="0">
                          <a:effectLst/>
                        </a:rPr>
                        <a:t>) --&gt; </a:t>
                      </a:r>
                      <a:r>
                        <a:rPr lang="en-GB" sz="700" u="none" strike="noStrike" dirty="0" err="1">
                          <a:effectLst/>
                        </a:rPr>
                        <a:t>variableUnit</a:t>
                      </a:r>
                      <a:r>
                        <a:rPr lang="en-GB" sz="700" u="none" strike="noStrike" dirty="0">
                          <a:effectLst/>
                        </a:rPr>
                        <a:t> = mm</a:t>
                      </a:r>
                      <a:endParaRPr lang="en-GB" sz="700" b="0" i="0" u="none" strike="noStrike" dirty="0">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3208853423"/>
                  </a:ext>
                </a:extLst>
              </a:tr>
            </a:tbl>
          </a:graphicData>
        </a:graphic>
      </p:graphicFrame>
    </p:spTree>
    <p:extLst>
      <p:ext uri="{BB962C8B-B14F-4D97-AF65-F5344CB8AC3E}">
        <p14:creationId xmlns:p14="http://schemas.microsoft.com/office/powerpoint/2010/main" val="181606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8803E2-0DE7-B08E-047D-F2061235AA2D}"/>
              </a:ext>
            </a:extLst>
          </p:cNvPr>
          <p:cNvSpPr>
            <a:spLocks noGrp="1"/>
          </p:cNvSpPr>
          <p:nvPr>
            <p:ph type="title"/>
          </p:nvPr>
        </p:nvSpPr>
        <p:spPr/>
        <p:txBody>
          <a:bodyPr/>
          <a:lstStyle/>
          <a:p>
            <a:r>
              <a:rPr lang="da-DK" dirty="0"/>
              <a:t>Units in CEF, Units InterCatch</a:t>
            </a:r>
            <a:endParaRPr lang="en-GB" dirty="0"/>
          </a:p>
        </p:txBody>
      </p:sp>
      <p:pic>
        <p:nvPicPr>
          <p:cNvPr id="7" name="Content Placeholder 6">
            <a:extLst>
              <a:ext uri="{FF2B5EF4-FFF2-40B4-BE49-F238E27FC236}">
                <a16:creationId xmlns:a16="http://schemas.microsoft.com/office/drawing/2014/main" id="{AF247514-1222-43E7-229A-7F7D26AEA741}"/>
              </a:ext>
            </a:extLst>
          </p:cNvPr>
          <p:cNvPicPr>
            <a:picLocks noGrp="1" noChangeAspect="1"/>
          </p:cNvPicPr>
          <p:nvPr>
            <p:ph idx="1"/>
          </p:nvPr>
        </p:nvPicPr>
        <p:blipFill>
          <a:blip r:embed="rId2"/>
          <a:stretch>
            <a:fillRect/>
          </a:stretch>
        </p:blipFill>
        <p:spPr>
          <a:xfrm>
            <a:off x="838200" y="2302729"/>
            <a:ext cx="10515600" cy="3397130"/>
          </a:xfrm>
          <a:prstGeom prst="rect">
            <a:avLst/>
          </a:prstGeom>
        </p:spPr>
      </p:pic>
    </p:spTree>
    <p:extLst>
      <p:ext uri="{BB962C8B-B14F-4D97-AF65-F5344CB8AC3E}">
        <p14:creationId xmlns:p14="http://schemas.microsoft.com/office/powerpoint/2010/main" val="261298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0E28E-15B4-EF1D-3F24-9A17A8CF5282}"/>
              </a:ext>
            </a:extLst>
          </p:cNvPr>
          <p:cNvSpPr>
            <a:spLocks noGrp="1"/>
          </p:cNvSpPr>
          <p:nvPr>
            <p:ph type="title"/>
          </p:nvPr>
        </p:nvSpPr>
        <p:spPr/>
        <p:txBody>
          <a:bodyPr/>
          <a:lstStyle/>
          <a:p>
            <a:r>
              <a:rPr lang="en-US" noProof="0" dirty="0"/>
              <a:t>Units in CEF, discussion</a:t>
            </a:r>
          </a:p>
        </p:txBody>
      </p:sp>
      <p:sp>
        <p:nvSpPr>
          <p:cNvPr id="3" name="Content Placeholder 2">
            <a:extLst>
              <a:ext uri="{FF2B5EF4-FFF2-40B4-BE49-F238E27FC236}">
                <a16:creationId xmlns:a16="http://schemas.microsoft.com/office/drawing/2014/main" id="{649D0251-C947-8BCE-2D0F-3CDBE64390B6}"/>
              </a:ext>
            </a:extLst>
          </p:cNvPr>
          <p:cNvSpPr>
            <a:spLocks noGrp="1"/>
          </p:cNvSpPr>
          <p:nvPr>
            <p:ph idx="1"/>
          </p:nvPr>
        </p:nvSpPr>
        <p:spPr/>
        <p:txBody>
          <a:bodyPr/>
          <a:lstStyle/>
          <a:p>
            <a:r>
              <a:rPr lang="en-US" noProof="0" dirty="0"/>
              <a:t>This is considered a low-priority issue</a:t>
            </a:r>
          </a:p>
          <a:p>
            <a:endParaRPr lang="en-GB" dirty="0"/>
          </a:p>
        </p:txBody>
      </p:sp>
    </p:spTree>
    <p:extLst>
      <p:ext uri="{BB962C8B-B14F-4D97-AF65-F5344CB8AC3E}">
        <p14:creationId xmlns:p14="http://schemas.microsoft.com/office/powerpoint/2010/main" val="380020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EE3F7-CB94-2E60-3E2D-A0356496BA9A}"/>
              </a:ext>
            </a:extLst>
          </p:cNvPr>
          <p:cNvSpPr>
            <a:spLocks noGrp="1"/>
          </p:cNvSpPr>
          <p:nvPr>
            <p:ph type="title"/>
          </p:nvPr>
        </p:nvSpPr>
        <p:spPr/>
        <p:txBody>
          <a:bodyPr/>
          <a:lstStyle/>
          <a:p>
            <a:r>
              <a:rPr lang="da-DK" dirty="0"/>
              <a:t>Units in SCF</a:t>
            </a:r>
            <a:endParaRPr lang="en-GB" dirty="0"/>
          </a:p>
        </p:txBody>
      </p:sp>
      <p:sp>
        <p:nvSpPr>
          <p:cNvPr id="3" name="Content Placeholder 2">
            <a:extLst>
              <a:ext uri="{FF2B5EF4-FFF2-40B4-BE49-F238E27FC236}">
                <a16:creationId xmlns:a16="http://schemas.microsoft.com/office/drawing/2014/main" id="{7E18FAC1-296D-C854-5535-9DBB90E07E4A}"/>
              </a:ext>
            </a:extLst>
          </p:cNvPr>
          <p:cNvSpPr>
            <a:spLocks noGrp="1"/>
          </p:cNvSpPr>
          <p:nvPr>
            <p:ph idx="1"/>
          </p:nvPr>
        </p:nvSpPr>
        <p:spPr/>
        <p:txBody>
          <a:bodyPr/>
          <a:lstStyle/>
          <a:p>
            <a:r>
              <a:rPr lang="da-DK" dirty="0"/>
              <a:t>OK to </a:t>
            </a:r>
            <a:r>
              <a:rPr lang="da-DK" dirty="0" err="1"/>
              <a:t>include</a:t>
            </a:r>
            <a:r>
              <a:rPr lang="da-DK" dirty="0"/>
              <a:t> in SCF.DC?</a:t>
            </a:r>
          </a:p>
          <a:p>
            <a:r>
              <a:rPr lang="da-DK" dirty="0"/>
              <a:t>OK to </a:t>
            </a:r>
            <a:r>
              <a:rPr lang="da-DK" dirty="0" err="1"/>
              <a:t>include</a:t>
            </a:r>
            <a:r>
              <a:rPr lang="da-DK" dirty="0"/>
              <a:t> in SCF.DAR?</a:t>
            </a:r>
          </a:p>
          <a:p>
            <a:r>
              <a:rPr lang="da-DK" dirty="0"/>
              <a:t>OK to </a:t>
            </a:r>
            <a:r>
              <a:rPr lang="da-DK" dirty="0" err="1"/>
              <a:t>include</a:t>
            </a:r>
            <a:r>
              <a:rPr lang="da-DK" dirty="0"/>
              <a:t> in SCF.DAS, </a:t>
            </a:r>
            <a:r>
              <a:rPr lang="da-DK" dirty="0" err="1"/>
              <a:t>if</a:t>
            </a:r>
            <a:r>
              <a:rPr lang="da-DK" dirty="0"/>
              <a:t> </a:t>
            </a:r>
            <a:r>
              <a:rPr lang="da-DK" dirty="0" err="1"/>
              <a:t>we</a:t>
            </a:r>
            <a:r>
              <a:rPr lang="da-DK" dirty="0"/>
              <a:t> go for the </a:t>
            </a:r>
            <a:r>
              <a:rPr lang="da-DK" dirty="0" err="1"/>
              <a:t>detailed</a:t>
            </a:r>
            <a:r>
              <a:rPr lang="da-DK" dirty="0"/>
              <a:t> solution?</a:t>
            </a:r>
          </a:p>
          <a:p>
            <a:endParaRPr lang="da-DK" dirty="0"/>
          </a:p>
          <a:p>
            <a:endParaRPr lang="en-GB" dirty="0"/>
          </a:p>
        </p:txBody>
      </p:sp>
    </p:spTree>
    <p:extLst>
      <p:ext uri="{BB962C8B-B14F-4D97-AF65-F5344CB8AC3E}">
        <p14:creationId xmlns:p14="http://schemas.microsoft.com/office/powerpoint/2010/main" val="130955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FE3E-2B81-4A80-5809-AA4819D1DB62}"/>
              </a:ext>
            </a:extLst>
          </p:cNvPr>
          <p:cNvSpPr>
            <a:spLocks noGrp="1"/>
          </p:cNvSpPr>
          <p:nvPr>
            <p:ph type="title"/>
          </p:nvPr>
        </p:nvSpPr>
        <p:spPr/>
        <p:txBody>
          <a:bodyPr/>
          <a:lstStyle/>
          <a:p>
            <a:r>
              <a:rPr lang="da-DK" dirty="0"/>
              <a:t>Counts, Mandatory - problem</a:t>
            </a:r>
            <a:endParaRPr lang="en-GB" dirty="0"/>
          </a:p>
        </p:txBody>
      </p:sp>
      <p:sp>
        <p:nvSpPr>
          <p:cNvPr id="3" name="Content Placeholder 2">
            <a:extLst>
              <a:ext uri="{FF2B5EF4-FFF2-40B4-BE49-F238E27FC236}">
                <a16:creationId xmlns:a16="http://schemas.microsoft.com/office/drawing/2014/main" id="{275A5282-90CE-5341-5013-AF9243FE0018}"/>
              </a:ext>
            </a:extLst>
          </p:cNvPr>
          <p:cNvSpPr>
            <a:spLocks noGrp="1"/>
          </p:cNvSpPr>
          <p:nvPr>
            <p:ph idx="1"/>
          </p:nvPr>
        </p:nvSpPr>
        <p:spPr/>
        <p:txBody>
          <a:bodyPr/>
          <a:lstStyle/>
          <a:p>
            <a:pPr marL="0" indent="0">
              <a:buNone/>
            </a:pPr>
            <a:r>
              <a:rPr lang="en-US" noProof="0" dirty="0"/>
              <a:t>Counts are mandatory, since we think it is a valuable information for estimates. It is also used when selecting data for imputations.</a:t>
            </a:r>
          </a:p>
          <a:p>
            <a:pPr marL="0" indent="0">
              <a:buNone/>
            </a:pPr>
            <a:endParaRPr lang="en-US" dirty="0"/>
          </a:p>
          <a:p>
            <a:pPr marL="0" indent="0">
              <a:buNone/>
            </a:pPr>
            <a:r>
              <a:rPr lang="en-US" noProof="0" dirty="0"/>
              <a:t>It is a problem, when </a:t>
            </a:r>
          </a:p>
          <a:p>
            <a:pPr lvl="1"/>
            <a:r>
              <a:rPr lang="en-US" noProof="0" dirty="0"/>
              <a:t>Reporting Official values as </a:t>
            </a:r>
            <a:r>
              <a:rPr lang="en-US" noProof="0" dirty="0" err="1"/>
              <a:t>WGEstimate</a:t>
            </a:r>
            <a:endParaRPr lang="en-US" noProof="0" dirty="0"/>
          </a:p>
          <a:p>
            <a:pPr lvl="1"/>
            <a:r>
              <a:rPr lang="en-US" noProof="0" dirty="0"/>
              <a:t>Translating InterCatch -9 </a:t>
            </a:r>
          </a:p>
          <a:p>
            <a:pPr lvl="1"/>
            <a:r>
              <a:rPr lang="en-US" noProof="0" dirty="0"/>
              <a:t>Translating SI records with discard and BMS estimates without any SD records (no counts at all)</a:t>
            </a:r>
          </a:p>
        </p:txBody>
      </p:sp>
    </p:spTree>
    <p:extLst>
      <p:ext uri="{BB962C8B-B14F-4D97-AF65-F5344CB8AC3E}">
        <p14:creationId xmlns:p14="http://schemas.microsoft.com/office/powerpoint/2010/main" val="760462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3A5C07-58BF-2B15-51C1-E6F4D9D1139C}"/>
              </a:ext>
            </a:extLst>
          </p:cNvPr>
          <p:cNvSpPr>
            <a:spLocks noGrp="1"/>
          </p:cNvSpPr>
          <p:nvPr>
            <p:ph type="title"/>
          </p:nvPr>
        </p:nvSpPr>
        <p:spPr/>
        <p:txBody>
          <a:bodyPr/>
          <a:lstStyle/>
          <a:p>
            <a:r>
              <a:rPr lang="da-DK" dirty="0"/>
              <a:t>Counts, Mandatory - official </a:t>
            </a:r>
            <a:r>
              <a:rPr lang="da-DK" dirty="0" err="1"/>
              <a:t>values</a:t>
            </a:r>
            <a:r>
              <a:rPr lang="da-DK" dirty="0"/>
              <a:t> </a:t>
            </a:r>
            <a:endParaRPr lang="en-GB" dirty="0"/>
          </a:p>
        </p:txBody>
      </p:sp>
      <p:sp>
        <p:nvSpPr>
          <p:cNvPr id="5" name="Content Placeholder 4">
            <a:extLst>
              <a:ext uri="{FF2B5EF4-FFF2-40B4-BE49-F238E27FC236}">
                <a16:creationId xmlns:a16="http://schemas.microsoft.com/office/drawing/2014/main" id="{B6DDA965-B89B-EB91-6437-45546A5AF6FA}"/>
              </a:ext>
            </a:extLst>
          </p:cNvPr>
          <p:cNvSpPr>
            <a:spLocks noGrp="1"/>
          </p:cNvSpPr>
          <p:nvPr>
            <p:ph idx="1"/>
          </p:nvPr>
        </p:nvSpPr>
        <p:spPr/>
        <p:txBody>
          <a:bodyPr/>
          <a:lstStyle/>
          <a:p>
            <a:pPr marL="0" indent="0">
              <a:buNone/>
            </a:pPr>
            <a:r>
              <a:rPr lang="da-DK" dirty="0"/>
              <a:t>It is not </a:t>
            </a:r>
            <a:r>
              <a:rPr lang="da-DK" dirty="0" err="1"/>
              <a:t>possible</a:t>
            </a:r>
            <a:r>
              <a:rPr lang="da-DK" dirty="0"/>
              <a:t> to uploade official </a:t>
            </a:r>
            <a:r>
              <a:rPr lang="da-DK" dirty="0" err="1"/>
              <a:t>values</a:t>
            </a:r>
            <a:r>
              <a:rPr lang="da-DK" dirty="0"/>
              <a:t> as an </a:t>
            </a:r>
            <a:r>
              <a:rPr lang="da-DK" dirty="0" err="1"/>
              <a:t>WGEstimate</a:t>
            </a:r>
            <a:r>
              <a:rPr lang="da-DK" dirty="0"/>
              <a:t> for Dis, </a:t>
            </a:r>
            <a:r>
              <a:rPr lang="da-DK" dirty="0" err="1"/>
              <a:t>DisBMS</a:t>
            </a:r>
            <a:r>
              <a:rPr lang="da-DK" dirty="0"/>
              <a:t> and BMS, </a:t>
            </a:r>
            <a:r>
              <a:rPr lang="da-DK" dirty="0" err="1"/>
              <a:t>since</a:t>
            </a:r>
            <a:r>
              <a:rPr lang="da-DK" dirty="0"/>
              <a:t> </a:t>
            </a:r>
            <a:r>
              <a:rPr lang="da-DK" dirty="0" err="1"/>
              <a:t>you</a:t>
            </a:r>
            <a:r>
              <a:rPr lang="da-DK" dirty="0"/>
              <a:t> </a:t>
            </a:r>
            <a:r>
              <a:rPr lang="da-DK" dirty="0" err="1"/>
              <a:t>need</a:t>
            </a:r>
            <a:r>
              <a:rPr lang="da-DK" dirty="0"/>
              <a:t> to provide a </a:t>
            </a:r>
            <a:r>
              <a:rPr lang="da-DK" dirty="0" err="1"/>
              <a:t>count</a:t>
            </a:r>
            <a:endParaRPr lang="da-DK" dirty="0"/>
          </a:p>
          <a:p>
            <a:pPr marL="0" indent="0">
              <a:buNone/>
            </a:pPr>
            <a:endParaRPr lang="da-DK" dirty="0"/>
          </a:p>
          <a:p>
            <a:pPr marL="0" indent="0">
              <a:buNone/>
            </a:pPr>
            <a:endParaRPr lang="da-DK" dirty="0"/>
          </a:p>
          <a:p>
            <a:pPr marL="0" indent="0">
              <a:buNone/>
            </a:pPr>
            <a:endParaRPr lang="da-DK" dirty="0"/>
          </a:p>
        </p:txBody>
      </p:sp>
      <p:graphicFrame>
        <p:nvGraphicFramePr>
          <p:cNvPr id="7" name="Table 6">
            <a:extLst>
              <a:ext uri="{FF2B5EF4-FFF2-40B4-BE49-F238E27FC236}">
                <a16:creationId xmlns:a16="http://schemas.microsoft.com/office/drawing/2014/main" id="{FBC0D347-0DE5-635A-2EBF-83A4ED08FFC7}"/>
              </a:ext>
            </a:extLst>
          </p:cNvPr>
          <p:cNvGraphicFramePr>
            <a:graphicFrameLocks noGrp="1"/>
          </p:cNvGraphicFramePr>
          <p:nvPr>
            <p:extLst>
              <p:ext uri="{D42A27DB-BD31-4B8C-83A1-F6EECF244321}">
                <p14:modId xmlns:p14="http://schemas.microsoft.com/office/powerpoint/2010/main" val="3270368842"/>
              </p:ext>
            </p:extLst>
          </p:nvPr>
        </p:nvGraphicFramePr>
        <p:xfrm>
          <a:off x="838201" y="2810777"/>
          <a:ext cx="10515599" cy="3200400"/>
        </p:xfrm>
        <a:graphic>
          <a:graphicData uri="http://schemas.openxmlformats.org/drawingml/2006/table">
            <a:tbl>
              <a:tblPr>
                <a:tableStyleId>{5C22544A-7EE6-4342-B048-85BDC9FD1C3A}</a:tableStyleId>
              </a:tblPr>
              <a:tblGrid>
                <a:gridCol w="965886">
                  <a:extLst>
                    <a:ext uri="{9D8B030D-6E8A-4147-A177-3AD203B41FA5}">
                      <a16:colId xmlns:a16="http://schemas.microsoft.com/office/drawing/2014/main" val="2384021771"/>
                    </a:ext>
                  </a:extLst>
                </a:gridCol>
                <a:gridCol w="4683578">
                  <a:extLst>
                    <a:ext uri="{9D8B030D-6E8A-4147-A177-3AD203B41FA5}">
                      <a16:colId xmlns:a16="http://schemas.microsoft.com/office/drawing/2014/main" val="50374235"/>
                    </a:ext>
                  </a:extLst>
                </a:gridCol>
                <a:gridCol w="4866135">
                  <a:extLst>
                    <a:ext uri="{9D8B030D-6E8A-4147-A177-3AD203B41FA5}">
                      <a16:colId xmlns:a16="http://schemas.microsoft.com/office/drawing/2014/main" val="1338872091"/>
                    </a:ext>
                  </a:extLst>
                </a:gridCol>
              </a:tblGrid>
              <a:tr h="121235">
                <a:tc>
                  <a:txBody>
                    <a:bodyPr/>
                    <a:lstStyle/>
                    <a:p>
                      <a:pPr algn="l" fontAlgn="t">
                        <a:buNone/>
                      </a:pPr>
                      <a:r>
                        <a:rPr lang="en-GB" sz="700" b="0" i="0" u="none" strike="noStrike" dirty="0" err="1">
                          <a:solidFill>
                            <a:srgbClr val="000000"/>
                          </a:solidFill>
                          <a:effectLst/>
                          <a:latin typeface="Calibri" panose="020F0502020204030204" pitchFamily="34" charset="0"/>
                        </a:rPr>
                        <a:t>domainCatchDis</a:t>
                      </a:r>
                      <a:endParaRPr lang="en-GB" sz="700" b="0" i="0" u="none" strike="noStrike" dirty="0">
                        <a:solidFill>
                          <a:srgbClr val="000000"/>
                        </a:solidFill>
                        <a:effectLst/>
                        <a:latin typeface="Calibri" panose="020F0502020204030204" pitchFamily="34" charset="0"/>
                      </a:endParaRPr>
                    </a:p>
                  </a:txBody>
                  <a:tcPr marL="0" marR="0" marT="0" marB="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700" b="0" i="0" u="none" strike="noStrike" dirty="0">
                          <a:solidFill>
                            <a:srgbClr val="000000"/>
                          </a:solidFill>
                          <a:effectLst/>
                          <a:latin typeface="Aptos Narrow" panose="020B0004020202020204" pitchFamily="34" charset="0"/>
                        </a:rPr>
                        <a:t>This is the discard raising domain. It provides information about the level at which the estimate was made. Further, it serves as a link between landings and discards that enables the stock coordinator to calculate a ratio to be used for filling unsampled strata if needed.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Naming convention: </a:t>
                      </a:r>
                      <a:r>
                        <a:rPr lang="en-GB" sz="700" b="0" i="0" u="none" strike="noStrike" dirty="0" err="1">
                          <a:solidFill>
                            <a:srgbClr val="000000"/>
                          </a:solidFill>
                          <a:effectLst/>
                          <a:latin typeface="Aptos Narrow" panose="020B0004020202020204" pitchFamily="34" charset="0"/>
                        </a:rPr>
                        <a:t>season_area</a:t>
                      </a:r>
                      <a:r>
                        <a:rPr lang="en-GB" sz="700" b="0" i="0" u="none" strike="noStrike" dirty="0">
                          <a:solidFill>
                            <a:srgbClr val="000000"/>
                          </a:solidFill>
                          <a:effectLst/>
                          <a:latin typeface="Aptos Narrow" panose="020B0004020202020204" pitchFamily="34" charset="0"/>
                        </a:rPr>
                        <a:t>/</a:t>
                      </a:r>
                      <a:r>
                        <a:rPr lang="en-GB" sz="700" b="0" i="0" u="none" strike="noStrike" dirty="0" err="1">
                          <a:solidFill>
                            <a:srgbClr val="000000"/>
                          </a:solidFill>
                          <a:effectLst/>
                          <a:latin typeface="Aptos Narrow" panose="020B0004020202020204" pitchFamily="34" charset="0"/>
                        </a:rPr>
                        <a:t>FMU_fleet_additional</a:t>
                      </a:r>
                      <a:r>
                        <a:rPr lang="en-GB" sz="700" b="0" i="0" u="none" strike="noStrike" dirty="0">
                          <a:solidFill>
                            <a:srgbClr val="000000"/>
                          </a:solidFill>
                          <a:effectLst/>
                          <a:latin typeface="Aptos Narrow" panose="020B0004020202020204" pitchFamily="34" charset="0"/>
                        </a:rPr>
                        <a:t>, e.g. 2025_27.4_GNS.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is mandatory when reporting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Dis or </a:t>
                      </a:r>
                      <a:r>
                        <a:rPr lang="en-GB" sz="700" b="0" i="0" u="none" strike="noStrike" dirty="0" err="1">
                          <a:solidFill>
                            <a:srgbClr val="000000"/>
                          </a:solidFill>
                          <a:effectLst/>
                          <a:latin typeface="Aptos Narrow" panose="020B0004020202020204" pitchFamily="34" charset="0"/>
                        </a:rPr>
                        <a:t>DisBMS</a:t>
                      </a:r>
                      <a:r>
                        <a:rPr lang="en-GB" sz="700" b="0" i="0" u="none" strike="noStrike" dirty="0">
                          <a:solidFill>
                            <a:srgbClr val="000000"/>
                          </a:solidFill>
                          <a:effectLst/>
                          <a:latin typeface="Aptos Narrow" panose="020B0004020202020204" pitchFamily="34" charset="0"/>
                        </a:rPr>
                        <a:t>. If reporting census data as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then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should still be filled to enable the stock coordinator to calculate a ratio to be used for filling unsampled strata if needed. If a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is provided, at least one row containing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Lan must exist with the same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If no landings are recorded  for a given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a landing of 0 must be reported with the corresponding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a:t>
                      </a:r>
                    </a:p>
                  </a:txBody>
                  <a:tcPr marL="0" marR="0" marT="0" marB="0"/>
                </a:tc>
                <a:tc>
                  <a:txBody>
                    <a:bodyPr/>
                    <a:lstStyle/>
                    <a:p>
                      <a:pPr algn="l" fontAlgn="t">
                        <a:buNone/>
                      </a:pPr>
                      <a:r>
                        <a:rPr lang="en-GB" sz="700" b="0" i="0" u="none" strike="noStrike" dirty="0">
                          <a:solidFill>
                            <a:srgbClr val="000000"/>
                          </a:solidFill>
                          <a:effectLst/>
                          <a:latin typeface="Aptos Narrow" panose="020B0004020202020204" pitchFamily="34" charset="0"/>
                        </a:rPr>
                        <a:t>When </a:t>
                      </a:r>
                      <a:r>
                        <a:rPr lang="en-GB" sz="700" b="0" i="0" u="none" strike="noStrike" dirty="0" err="1">
                          <a:solidFill>
                            <a:srgbClr val="000000"/>
                          </a:solidFill>
                          <a:effectLst/>
                          <a:highlight>
                            <a:srgbClr val="00FF00"/>
                          </a:highlight>
                          <a:latin typeface="Aptos Narrow" panose="020B0004020202020204" pitchFamily="34" charset="0"/>
                        </a:rPr>
                        <a:t>CatchCategory</a:t>
                      </a:r>
                      <a:r>
                        <a:rPr lang="en-GB" sz="700" b="0" i="0" u="none" strike="noStrike" dirty="0">
                          <a:solidFill>
                            <a:srgbClr val="000000"/>
                          </a:solidFill>
                          <a:effectLst/>
                          <a:highlight>
                            <a:srgbClr val="00FF00"/>
                          </a:highlight>
                          <a:latin typeface="Aptos Narrow" panose="020B0004020202020204" pitchFamily="34" charset="0"/>
                        </a:rPr>
                        <a:t> = </a:t>
                      </a:r>
                      <a:r>
                        <a:rPr lang="en-GB" sz="700" b="0" i="0" u="none" strike="noStrike" dirty="0" err="1">
                          <a:solidFill>
                            <a:srgbClr val="000000"/>
                          </a:solidFill>
                          <a:effectLst/>
                          <a:highlight>
                            <a:srgbClr val="00FF00"/>
                          </a:highlight>
                          <a:latin typeface="Aptos Narrow" panose="020B0004020202020204" pitchFamily="34" charset="0"/>
                        </a:rPr>
                        <a:t>DisBMS</a:t>
                      </a:r>
                      <a:r>
                        <a:rPr lang="en-GB" sz="700" b="0" i="0" u="none" strike="noStrike" dirty="0">
                          <a:solidFill>
                            <a:srgbClr val="000000"/>
                          </a:solidFill>
                          <a:effectLst/>
                          <a:highlight>
                            <a:srgbClr val="00FF00"/>
                          </a:highlight>
                          <a:latin typeface="Aptos Narrow" panose="020B0004020202020204" pitchFamily="34" charset="0"/>
                        </a:rPr>
                        <a:t> or Dis and </a:t>
                      </a:r>
                      <a:r>
                        <a:rPr lang="en-GB" sz="700" b="0" i="0" u="none" strike="noStrike" dirty="0" err="1">
                          <a:solidFill>
                            <a:srgbClr val="000000"/>
                          </a:solidFill>
                          <a:effectLst/>
                          <a:highlight>
                            <a:srgbClr val="00FF00"/>
                          </a:highlight>
                          <a:latin typeface="Aptos Narrow" panose="020B0004020202020204" pitchFamily="34" charset="0"/>
                        </a:rPr>
                        <a:t>originType</a:t>
                      </a:r>
                      <a:r>
                        <a:rPr lang="en-GB" sz="700" b="0" i="0" u="none" strike="noStrike" dirty="0">
                          <a:solidFill>
                            <a:srgbClr val="000000"/>
                          </a:solidFill>
                          <a:effectLst/>
                          <a:highlight>
                            <a:srgbClr val="00FF00"/>
                          </a:highlight>
                          <a:latin typeface="Aptos Narrow" panose="020B0004020202020204" pitchFamily="34" charset="0"/>
                        </a:rPr>
                        <a:t> = </a:t>
                      </a:r>
                      <a:r>
                        <a:rPr lang="en-GB" sz="700" b="0" i="0" u="none" strike="noStrike" dirty="0" err="1">
                          <a:solidFill>
                            <a:srgbClr val="000000"/>
                          </a:solidFill>
                          <a:effectLst/>
                          <a:highlight>
                            <a:srgbClr val="00FF00"/>
                          </a:highlight>
                          <a:latin typeface="Aptos Narrow" panose="020B0004020202020204" pitchFamily="34" charset="0"/>
                        </a:rPr>
                        <a:t>WGEstimate</a:t>
                      </a:r>
                      <a:r>
                        <a:rPr lang="en-GB" sz="700" b="0" i="0" u="none" strike="noStrike" dirty="0">
                          <a:solidFill>
                            <a:srgbClr val="000000"/>
                          </a:solidFill>
                          <a:effectLst/>
                          <a:highlight>
                            <a:srgbClr val="00FF00"/>
                          </a:highlight>
                          <a:latin typeface="Aptos Narrow" panose="020B0004020202020204" pitchFamily="34" charset="0"/>
                        </a:rPr>
                        <a:t> --&gt; </a:t>
                      </a:r>
                      <a:r>
                        <a:rPr lang="en-GB" sz="700" b="0" i="0" u="none" strike="noStrike" dirty="0" err="1">
                          <a:solidFill>
                            <a:srgbClr val="000000"/>
                          </a:solidFill>
                          <a:effectLst/>
                          <a:highlight>
                            <a:srgbClr val="00FF00"/>
                          </a:highlight>
                          <a:latin typeface="Aptos Narrow" panose="020B0004020202020204" pitchFamily="34" charset="0"/>
                        </a:rPr>
                        <a:t>DomainCatchDis</a:t>
                      </a:r>
                      <a:r>
                        <a:rPr lang="en-GB" sz="700" b="0" i="0" u="none" strike="noStrike" dirty="0">
                          <a:solidFill>
                            <a:srgbClr val="000000"/>
                          </a:solidFill>
                          <a:effectLst/>
                          <a:highlight>
                            <a:srgbClr val="00FF00"/>
                          </a:highlight>
                          <a:latin typeface="Aptos Narrow" panose="020B0004020202020204" pitchFamily="34" charset="0"/>
                        </a:rPr>
                        <a:t>  = Mandatory. </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exist, at least one row with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a:t>
                      </a:r>
                      <a:r>
                        <a:rPr lang="en-GB" sz="700" b="0" i="0" u="none" strike="noStrike" dirty="0" err="1">
                          <a:solidFill>
                            <a:srgbClr val="000000"/>
                          </a:solidFill>
                          <a:effectLst/>
                          <a:latin typeface="Aptos Narrow" panose="020B0004020202020204" pitchFamily="34" charset="0"/>
                        </a:rPr>
                        <a:t>CatchCategory</a:t>
                      </a:r>
                      <a:r>
                        <a:rPr lang="en-GB" sz="700" b="0" i="0" u="none" strike="noStrike" dirty="0">
                          <a:solidFill>
                            <a:srgbClr val="000000"/>
                          </a:solidFill>
                          <a:effectLst/>
                          <a:latin typeface="Aptos Narrow" panose="020B0004020202020204" pitchFamily="34" charset="0"/>
                        </a:rPr>
                        <a:t> = Lan should exist with the same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t>
                      </a:r>
                      <a:r>
                        <a:rPr lang="en-GB" sz="700" b="0" i="0" u="none" strike="noStrike" dirty="0" err="1">
                          <a:solidFill>
                            <a:srgbClr val="000000"/>
                          </a:solidFill>
                          <a:effectLst/>
                          <a:latin typeface="Aptos Narrow" panose="020B0004020202020204" pitchFamily="34" charset="0"/>
                        </a:rPr>
                        <a:t>originType</a:t>
                      </a:r>
                      <a:r>
                        <a:rPr lang="en-GB" sz="700" b="0" i="0" u="none" strike="noStrike" dirty="0">
                          <a:solidFill>
                            <a:srgbClr val="000000"/>
                          </a:solidFill>
                          <a:effectLst/>
                          <a:latin typeface="Aptos Narrow" panose="020B0004020202020204" pitchFamily="34" charset="0"/>
                        </a:rPr>
                        <a:t> = Official --&gt;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should be NULL</a:t>
                      </a:r>
                    </a:p>
                  </a:txBody>
                  <a:tcPr marL="0" marR="0" marT="0" marB="0"/>
                </a:tc>
                <a:extLst>
                  <a:ext uri="{0D108BD9-81ED-4DB2-BD59-A6C34878D82A}">
                    <a16:rowId xmlns:a16="http://schemas.microsoft.com/office/drawing/2014/main" val="2495113342"/>
                  </a:ext>
                </a:extLst>
              </a:tr>
              <a:tr h="36000">
                <a:tc>
                  <a:txBody>
                    <a:bodyPr/>
                    <a:lstStyle/>
                    <a:p>
                      <a:pPr algn="l" fontAlgn="t">
                        <a:buNone/>
                      </a:pPr>
                      <a:r>
                        <a:rPr lang="en-GB" sz="700" b="0" i="0" u="none" strike="noStrike" dirty="0" err="1">
                          <a:solidFill>
                            <a:srgbClr val="000000"/>
                          </a:solidFill>
                          <a:effectLst/>
                          <a:latin typeface="Calibri" panose="020F0502020204030204" pitchFamily="34" charset="0"/>
                        </a:rPr>
                        <a:t>domainCatchBMS</a:t>
                      </a:r>
                      <a:endParaRPr lang="en-GB" sz="700" b="0" i="0" u="none" strike="noStrike" dirty="0">
                        <a:solidFill>
                          <a:srgbClr val="000000"/>
                        </a:solidFill>
                        <a:effectLst/>
                        <a:latin typeface="Calibri" panose="020F0502020204030204" pitchFamily="34" charset="0"/>
                      </a:endParaRPr>
                    </a:p>
                  </a:txBody>
                  <a:tcPr marL="0" marR="0" marT="0" marB="0"/>
                </a:tc>
                <a:tc>
                  <a:txBody>
                    <a:bodyPr/>
                    <a:lstStyle/>
                    <a:p>
                      <a:pPr algn="l" fontAlgn="t">
                        <a:buNone/>
                      </a:pPr>
                      <a:r>
                        <a:rPr lang="en-GB" sz="700" b="0" i="0" u="none" strike="noStrike" dirty="0">
                          <a:solidFill>
                            <a:srgbClr val="000000"/>
                          </a:solidFill>
                          <a:effectLst/>
                          <a:latin typeface="Aptos Narrow" panose="020B0004020202020204" pitchFamily="34" charset="0"/>
                        </a:rPr>
                        <a:t>This is the BMS raising domain. It provides information about the level at which the estimate was made. Further, it serves as a link between landings and BMS, which enables the stock coordinator to calculate a ratio to be used for filling unsampled strata if needed.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Naming convention: </a:t>
                      </a:r>
                      <a:r>
                        <a:rPr lang="en-GB" sz="700" b="0" i="0" u="none" strike="noStrike" dirty="0" err="1">
                          <a:solidFill>
                            <a:srgbClr val="000000"/>
                          </a:solidFill>
                          <a:effectLst/>
                          <a:latin typeface="Aptos Narrow" panose="020B0004020202020204" pitchFamily="34" charset="0"/>
                        </a:rPr>
                        <a:t>season_area</a:t>
                      </a:r>
                      <a:r>
                        <a:rPr lang="en-GB" sz="700" b="0" i="0" u="none" strike="noStrike" dirty="0">
                          <a:solidFill>
                            <a:srgbClr val="000000"/>
                          </a:solidFill>
                          <a:effectLst/>
                          <a:latin typeface="Aptos Narrow" panose="020B0004020202020204" pitchFamily="34" charset="0"/>
                        </a:rPr>
                        <a:t>/</a:t>
                      </a:r>
                      <a:r>
                        <a:rPr lang="en-GB" sz="700" b="0" i="0" u="none" strike="noStrike" dirty="0" err="1">
                          <a:solidFill>
                            <a:srgbClr val="000000"/>
                          </a:solidFill>
                          <a:effectLst/>
                          <a:latin typeface="Aptos Narrow" panose="020B0004020202020204" pitchFamily="34" charset="0"/>
                        </a:rPr>
                        <a:t>FMU_fleet_additional</a:t>
                      </a:r>
                      <a:r>
                        <a:rPr lang="en-GB" sz="700" b="0" i="0" u="none" strike="noStrike" dirty="0">
                          <a:solidFill>
                            <a:srgbClr val="000000"/>
                          </a:solidFill>
                          <a:effectLst/>
                          <a:latin typeface="Aptos Narrow" panose="020B0004020202020204" pitchFamily="34" charset="0"/>
                        </a:rPr>
                        <a:t>, e.g. 2025_27.4_GNS.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is mandatory when reporting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BMS or </a:t>
                      </a:r>
                      <a:r>
                        <a:rPr lang="en-GB" sz="700" b="0" i="0" u="none" strike="noStrike" dirty="0" err="1">
                          <a:solidFill>
                            <a:srgbClr val="000000"/>
                          </a:solidFill>
                          <a:effectLst/>
                          <a:latin typeface="Aptos Narrow" panose="020B0004020202020204" pitchFamily="34" charset="0"/>
                        </a:rPr>
                        <a:t>DisBMS</a:t>
                      </a:r>
                      <a:r>
                        <a:rPr lang="en-GB" sz="700" b="0" i="0" u="none" strike="noStrike" dirty="0">
                          <a:solidFill>
                            <a:srgbClr val="000000"/>
                          </a:solidFill>
                          <a:effectLst/>
                          <a:latin typeface="Aptos Narrow" panose="020B0004020202020204" pitchFamily="34" charset="0"/>
                        </a:rPr>
                        <a:t>. If reporting census data as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then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should still be filled to enable the stock coordinator to calculate a ratio to be used for filling unsampled strata if needed. If a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is provided, at least one row containing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Lan must exist with the same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If no landings are recorded  for a given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a landing of 0 must be reported with the corresponding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a:t>
                      </a:r>
                    </a:p>
                  </a:txBody>
                  <a:tcPr marL="0" marR="0" marT="0" marB="0"/>
                </a:tc>
                <a:tc>
                  <a:txBody>
                    <a:bodyPr/>
                    <a:lstStyle/>
                    <a:p>
                      <a:pPr algn="l" fontAlgn="t">
                        <a:buNone/>
                      </a:pPr>
                      <a:r>
                        <a:rPr lang="en-GB" sz="700" b="0" i="0" u="none" strike="noStrike" dirty="0">
                          <a:solidFill>
                            <a:srgbClr val="000000"/>
                          </a:solidFill>
                          <a:effectLst/>
                          <a:latin typeface="Aptos Narrow" panose="020B0004020202020204" pitchFamily="34" charset="0"/>
                        </a:rPr>
                        <a:t>When</a:t>
                      </a:r>
                      <a:r>
                        <a:rPr lang="en-GB" sz="700" b="0" i="0" u="none" strike="noStrike" dirty="0">
                          <a:solidFill>
                            <a:srgbClr val="000000"/>
                          </a:solidFill>
                          <a:effectLst/>
                          <a:highlight>
                            <a:srgbClr val="00FF00"/>
                          </a:highlight>
                          <a:latin typeface="Aptos Narrow" panose="020B0004020202020204" pitchFamily="34" charset="0"/>
                        </a:rPr>
                        <a:t> </a:t>
                      </a:r>
                      <a:r>
                        <a:rPr lang="en-GB" sz="700" b="0" i="0" u="none" strike="noStrike" dirty="0" err="1">
                          <a:solidFill>
                            <a:srgbClr val="000000"/>
                          </a:solidFill>
                          <a:effectLst/>
                          <a:highlight>
                            <a:srgbClr val="00FF00"/>
                          </a:highlight>
                          <a:latin typeface="Aptos Narrow" panose="020B0004020202020204" pitchFamily="34" charset="0"/>
                        </a:rPr>
                        <a:t>CatchCategory</a:t>
                      </a:r>
                      <a:r>
                        <a:rPr lang="en-GB" sz="700" b="0" i="0" u="none" strike="noStrike" dirty="0">
                          <a:solidFill>
                            <a:srgbClr val="000000"/>
                          </a:solidFill>
                          <a:effectLst/>
                          <a:highlight>
                            <a:srgbClr val="00FF00"/>
                          </a:highlight>
                          <a:latin typeface="Aptos Narrow" panose="020B0004020202020204" pitchFamily="34" charset="0"/>
                        </a:rPr>
                        <a:t> = BMS or </a:t>
                      </a:r>
                      <a:r>
                        <a:rPr lang="en-GB" sz="700" b="0" i="0" u="none" strike="noStrike" dirty="0" err="1">
                          <a:solidFill>
                            <a:srgbClr val="000000"/>
                          </a:solidFill>
                          <a:effectLst/>
                          <a:highlight>
                            <a:srgbClr val="00FF00"/>
                          </a:highlight>
                          <a:latin typeface="Aptos Narrow" panose="020B0004020202020204" pitchFamily="34" charset="0"/>
                        </a:rPr>
                        <a:t>DisBMS</a:t>
                      </a:r>
                      <a:r>
                        <a:rPr lang="en-GB" sz="700" b="0" i="0" u="none" strike="noStrike" dirty="0">
                          <a:solidFill>
                            <a:srgbClr val="000000"/>
                          </a:solidFill>
                          <a:effectLst/>
                          <a:highlight>
                            <a:srgbClr val="00FF00"/>
                          </a:highlight>
                          <a:latin typeface="Aptos Narrow" panose="020B0004020202020204" pitchFamily="34" charset="0"/>
                        </a:rPr>
                        <a:t> and </a:t>
                      </a:r>
                      <a:r>
                        <a:rPr lang="en-GB" sz="700" b="0" i="0" u="none" strike="noStrike" dirty="0" err="1">
                          <a:solidFill>
                            <a:srgbClr val="000000"/>
                          </a:solidFill>
                          <a:effectLst/>
                          <a:highlight>
                            <a:srgbClr val="00FF00"/>
                          </a:highlight>
                          <a:latin typeface="Aptos Narrow" panose="020B0004020202020204" pitchFamily="34" charset="0"/>
                        </a:rPr>
                        <a:t>originType</a:t>
                      </a:r>
                      <a:r>
                        <a:rPr lang="en-GB" sz="700" b="0" i="0" u="none" strike="noStrike" dirty="0">
                          <a:solidFill>
                            <a:srgbClr val="000000"/>
                          </a:solidFill>
                          <a:effectLst/>
                          <a:highlight>
                            <a:srgbClr val="00FF00"/>
                          </a:highlight>
                          <a:latin typeface="Aptos Narrow" panose="020B0004020202020204" pitchFamily="34" charset="0"/>
                        </a:rPr>
                        <a:t> = </a:t>
                      </a:r>
                      <a:r>
                        <a:rPr lang="en-GB" sz="700" b="0" i="0" u="none" strike="noStrike" dirty="0" err="1">
                          <a:solidFill>
                            <a:srgbClr val="000000"/>
                          </a:solidFill>
                          <a:effectLst/>
                          <a:highlight>
                            <a:srgbClr val="00FF00"/>
                          </a:highlight>
                          <a:latin typeface="Aptos Narrow" panose="020B0004020202020204" pitchFamily="34" charset="0"/>
                        </a:rPr>
                        <a:t>WGEstimate</a:t>
                      </a:r>
                      <a:r>
                        <a:rPr lang="en-GB" sz="700" b="0" i="0" u="none" strike="noStrike" dirty="0">
                          <a:solidFill>
                            <a:srgbClr val="000000"/>
                          </a:solidFill>
                          <a:effectLst/>
                          <a:highlight>
                            <a:srgbClr val="00FF00"/>
                          </a:highlight>
                          <a:latin typeface="Aptos Narrow" panose="020B0004020202020204" pitchFamily="34" charset="0"/>
                        </a:rPr>
                        <a:t> --&gt; </a:t>
                      </a:r>
                      <a:r>
                        <a:rPr lang="en-GB" sz="700" b="0" i="0" u="none" strike="noStrike" dirty="0" err="1">
                          <a:solidFill>
                            <a:srgbClr val="000000"/>
                          </a:solidFill>
                          <a:effectLst/>
                          <a:highlight>
                            <a:srgbClr val="00FF00"/>
                          </a:highlight>
                          <a:latin typeface="Aptos Narrow" panose="020B0004020202020204" pitchFamily="34" charset="0"/>
                        </a:rPr>
                        <a:t>DomainCatchBMS</a:t>
                      </a:r>
                      <a:r>
                        <a:rPr lang="en-GB" sz="700" b="0" i="0" u="none" strike="noStrike" dirty="0">
                          <a:solidFill>
                            <a:srgbClr val="000000"/>
                          </a:solidFill>
                          <a:effectLst/>
                          <a:highlight>
                            <a:srgbClr val="00FF00"/>
                          </a:highlight>
                          <a:latin typeface="Aptos Narrow" panose="020B0004020202020204" pitchFamily="34" charset="0"/>
                        </a:rPr>
                        <a:t>  = Mandatory. </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exist, at least one row with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a:t>
                      </a:r>
                      <a:r>
                        <a:rPr lang="en-GB" sz="700" b="0" i="0" u="none" strike="noStrike" dirty="0" err="1">
                          <a:solidFill>
                            <a:srgbClr val="000000"/>
                          </a:solidFill>
                          <a:effectLst/>
                          <a:latin typeface="Aptos Narrow" panose="020B0004020202020204" pitchFamily="34" charset="0"/>
                        </a:rPr>
                        <a:t>CatchCategory</a:t>
                      </a:r>
                      <a:r>
                        <a:rPr lang="en-GB" sz="700" b="0" i="0" u="none" strike="noStrike" dirty="0">
                          <a:solidFill>
                            <a:srgbClr val="000000"/>
                          </a:solidFill>
                          <a:effectLst/>
                          <a:latin typeface="Aptos Narrow" panose="020B0004020202020204" pitchFamily="34" charset="0"/>
                        </a:rPr>
                        <a:t> = Lan should exist with the same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t>
                      </a:r>
                      <a:r>
                        <a:rPr lang="en-GB" sz="700" b="0" i="0" u="none" strike="noStrike" dirty="0" err="1">
                          <a:solidFill>
                            <a:srgbClr val="000000"/>
                          </a:solidFill>
                          <a:effectLst/>
                          <a:latin typeface="Aptos Narrow" panose="020B0004020202020204" pitchFamily="34" charset="0"/>
                        </a:rPr>
                        <a:t>originType</a:t>
                      </a:r>
                      <a:r>
                        <a:rPr lang="en-GB" sz="700" b="0" i="0" u="none" strike="noStrike" dirty="0">
                          <a:solidFill>
                            <a:srgbClr val="000000"/>
                          </a:solidFill>
                          <a:effectLst/>
                          <a:latin typeface="Aptos Narrow" panose="020B0004020202020204" pitchFamily="34" charset="0"/>
                        </a:rPr>
                        <a:t> = Official --&gt;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should be NULL</a:t>
                      </a:r>
                    </a:p>
                  </a:txBody>
                  <a:tcPr marL="0" marR="0" marT="0" marB="0"/>
                </a:tc>
                <a:extLst>
                  <a:ext uri="{0D108BD9-81ED-4DB2-BD59-A6C34878D82A}">
                    <a16:rowId xmlns:a16="http://schemas.microsoft.com/office/drawing/2014/main" val="460799291"/>
                  </a:ext>
                </a:extLst>
              </a:tr>
              <a:tr h="36000">
                <a:tc>
                  <a:txBody>
                    <a:bodyPr/>
                    <a:lstStyle/>
                    <a:p>
                      <a:pPr algn="l" fontAlgn="t">
                        <a:buNone/>
                      </a:pPr>
                      <a:r>
                        <a:rPr lang="en-GB" sz="700" u="none" strike="noStrike">
                          <a:effectLst/>
                        </a:rPr>
                        <a:t>PSU</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dirty="0">
                          <a:effectLst/>
                        </a:rPr>
                        <a:t>The primary sampling unit (PSU) type.</a:t>
                      </a:r>
                      <a:br>
                        <a:rPr lang="en-GB" sz="700" u="none" strike="noStrike" dirty="0">
                          <a:effectLst/>
                        </a:rPr>
                      </a:br>
                      <a:br>
                        <a:rPr lang="en-GB" sz="700" u="none" strike="noStrike" dirty="0">
                          <a:effectLst/>
                        </a:rPr>
                      </a:br>
                      <a:r>
                        <a:rPr lang="en-GB" sz="700" u="none" strike="noStrike" dirty="0">
                          <a:effectLst/>
                        </a:rPr>
                        <a:t>If samples from sampling schemes with different primary sampling units are used for the estimation, e.g., samples from an at-sea program with fishing trip as the PSU and an on-shore program with landing event as the PSU, then put in the different PSU in a semicolon </a:t>
                      </a:r>
                      <a:r>
                        <a:rPr lang="en-GB" sz="700" u="none" strike="noStrike" dirty="0" err="1">
                          <a:effectLst/>
                        </a:rPr>
                        <a:t>seperated</a:t>
                      </a:r>
                      <a:r>
                        <a:rPr lang="en-GB" sz="700" u="none" strike="noStrike" dirty="0">
                          <a:effectLst/>
                        </a:rPr>
                        <a:t> list.</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Accepted codes in this field: Location, </a:t>
                      </a:r>
                      <a:r>
                        <a:rPr lang="en-GB" sz="700" u="none" strike="noStrike" dirty="0" err="1">
                          <a:effectLst/>
                        </a:rPr>
                        <a:t>LandingEvent</a:t>
                      </a:r>
                      <a:r>
                        <a:rPr lang="en-GB" sz="700" u="none" strike="noStrike" dirty="0">
                          <a:effectLst/>
                        </a:rPr>
                        <a:t>, </a:t>
                      </a:r>
                      <a:r>
                        <a:rPr lang="en-GB" sz="700" u="none" strike="noStrike" dirty="0" err="1">
                          <a:effectLst/>
                        </a:rPr>
                        <a:t>FishingTrip</a:t>
                      </a:r>
                      <a:r>
                        <a:rPr lang="en-GB" sz="700" u="none" strike="noStrike" dirty="0">
                          <a:effectLst/>
                        </a:rPr>
                        <a:t>, </a:t>
                      </a:r>
                      <a:r>
                        <a:rPr lang="en-GB" sz="700" u="none" strike="noStrike" dirty="0" err="1">
                          <a:effectLst/>
                        </a:rPr>
                        <a:t>FishingOperation</a:t>
                      </a:r>
                      <a:r>
                        <a:rPr lang="en-GB" sz="700" u="none" strike="noStrike" dirty="0">
                          <a:effectLst/>
                        </a:rPr>
                        <a:t>, </a:t>
                      </a:r>
                      <a:r>
                        <a:rPr lang="en-GB" sz="700" u="none" strike="noStrike" dirty="0" err="1">
                          <a:effectLst/>
                        </a:rPr>
                        <a:t>TemporalEvent</a:t>
                      </a:r>
                      <a:r>
                        <a:rPr lang="en-GB" sz="700" u="none" strike="noStrike" dirty="0">
                          <a:effectLst/>
                        </a:rPr>
                        <a:t>, Vessel, </a:t>
                      </a:r>
                      <a:r>
                        <a:rPr lang="en-GB" sz="700" u="none" strike="noStrike" dirty="0" err="1">
                          <a:effectLst/>
                        </a:rPr>
                        <a:t>OnshoreEvent</a:t>
                      </a:r>
                      <a:br>
                        <a:rPr lang="en-GB" sz="700" u="none" strike="noStrike" dirty="0">
                          <a:effectLst/>
                        </a:rPr>
                      </a:br>
                      <a:br>
                        <a:rPr lang="en-GB" sz="700" u="none" strike="noStrike" dirty="0">
                          <a:effectLst/>
                        </a:rPr>
                      </a:br>
                      <a:r>
                        <a:rPr lang="en-GB" sz="700" u="none" strike="noStrike" dirty="0">
                          <a:effectLst/>
                        </a:rPr>
                        <a:t>If PSU is specified the you should give a </a:t>
                      </a:r>
                      <a:r>
                        <a:rPr lang="en-GB" sz="700" u="none" strike="noStrike" dirty="0" err="1">
                          <a:effectLst/>
                        </a:rPr>
                        <a:t>numPSU</a:t>
                      </a:r>
                      <a:r>
                        <a:rPr lang="en-GB" sz="700" u="none" strike="noStrike" dirty="0">
                          <a:effectLst/>
                        </a:rPr>
                        <a:t>.</a:t>
                      </a:r>
                      <a:br>
                        <a:rPr lang="en-GB" sz="700" u="none" strike="noStrike" dirty="0">
                          <a:effectLst/>
                        </a:rPr>
                      </a:br>
                      <a:br>
                        <a:rPr lang="en-GB" sz="700" u="none" strike="noStrike" dirty="0">
                          <a:effectLst/>
                        </a:rPr>
                      </a:br>
                      <a:r>
                        <a:rPr lang="en-GB" sz="700" u="none" strike="noStrike" dirty="0">
                          <a:effectLst/>
                          <a:highlight>
                            <a:srgbClr val="00FF00"/>
                          </a:highlight>
                        </a:rPr>
                        <a:t>If </a:t>
                      </a:r>
                      <a:r>
                        <a:rPr lang="en-GB" sz="700" u="none" strike="noStrike" dirty="0" err="1">
                          <a:effectLst/>
                          <a:highlight>
                            <a:srgbClr val="00FF00"/>
                          </a:highlight>
                        </a:rPr>
                        <a:t>domainCatchDis</a:t>
                      </a:r>
                      <a:r>
                        <a:rPr lang="en-GB" sz="700" u="none" strike="noStrike" dirty="0">
                          <a:effectLst/>
                          <a:highlight>
                            <a:srgbClr val="00FF00"/>
                          </a:highlight>
                        </a:rPr>
                        <a:t> | </a:t>
                      </a:r>
                      <a:r>
                        <a:rPr lang="en-GB" sz="700" u="none" strike="noStrike" dirty="0" err="1">
                          <a:effectLst/>
                          <a:highlight>
                            <a:srgbClr val="00FF00"/>
                          </a:highlight>
                        </a:rPr>
                        <a:t>domainCatchBMS</a:t>
                      </a:r>
                      <a:r>
                        <a:rPr lang="en-GB" sz="700" u="none" strike="noStrike" dirty="0">
                          <a:effectLst/>
                          <a:highlight>
                            <a:srgbClr val="00FF00"/>
                          </a:highlight>
                        </a:rPr>
                        <a:t> is not null and </a:t>
                      </a:r>
                      <a:r>
                        <a:rPr lang="en-GB" sz="700" u="none" strike="noStrike" dirty="0" err="1">
                          <a:effectLst/>
                          <a:highlight>
                            <a:srgbClr val="00FF00"/>
                          </a:highlight>
                        </a:rPr>
                        <a:t>catchCategory</a:t>
                      </a:r>
                      <a:r>
                        <a:rPr lang="en-GB" sz="700" u="none" strike="noStrike" dirty="0">
                          <a:effectLst/>
                          <a:highlight>
                            <a:srgbClr val="00FF00"/>
                          </a:highlight>
                        </a:rPr>
                        <a:t> != 'LAN',  then this is mandatory</a:t>
                      </a:r>
                      <a:br>
                        <a:rPr lang="en-GB" sz="700" u="none" strike="noStrike" dirty="0">
                          <a:effectLst/>
                        </a:rPr>
                      </a:br>
                      <a:endParaRPr lang="en-GB" sz="700" b="0" i="0" u="none" strike="noStrike" dirty="0">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1189874797"/>
                  </a:ext>
                </a:extLst>
              </a:tr>
              <a:tr h="36000">
                <a:tc>
                  <a:txBody>
                    <a:bodyPr/>
                    <a:lstStyle/>
                    <a:p>
                      <a:pPr algn="l" fontAlgn="t">
                        <a:buNone/>
                      </a:pPr>
                      <a:r>
                        <a:rPr lang="en-GB" sz="700" u="none" strike="noStrike">
                          <a:effectLst/>
                        </a:rPr>
                        <a:t>numPSUs</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a:effectLst/>
                        </a:rPr>
                        <a:t>Count of PSUs that provided actual samples used in the estimate, so not the total number of PSUs the estimate may represent. If no actual samples were collected for a PSU (e.g., samples were borrowed to obtain the estimate), a value of 0 should be reported.</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highlight>
                            <a:srgbClr val="00FF00"/>
                          </a:highlight>
                        </a:rPr>
                        <a:t>If </a:t>
                      </a:r>
                      <a:r>
                        <a:rPr lang="en-GB" sz="700" u="none" strike="noStrike" dirty="0" err="1">
                          <a:effectLst/>
                          <a:highlight>
                            <a:srgbClr val="00FF00"/>
                          </a:highlight>
                        </a:rPr>
                        <a:t>domainCatchDis</a:t>
                      </a:r>
                      <a:r>
                        <a:rPr lang="en-GB" sz="700" u="none" strike="noStrike" dirty="0">
                          <a:effectLst/>
                          <a:highlight>
                            <a:srgbClr val="00FF00"/>
                          </a:highlight>
                        </a:rPr>
                        <a:t> | </a:t>
                      </a:r>
                      <a:r>
                        <a:rPr lang="en-GB" sz="700" u="none" strike="noStrike" dirty="0" err="1">
                          <a:effectLst/>
                          <a:highlight>
                            <a:srgbClr val="00FF00"/>
                          </a:highlight>
                        </a:rPr>
                        <a:t>domainCatchBMS</a:t>
                      </a:r>
                      <a:r>
                        <a:rPr lang="en-GB" sz="700" u="none" strike="noStrike" dirty="0">
                          <a:effectLst/>
                          <a:highlight>
                            <a:srgbClr val="00FF00"/>
                          </a:highlight>
                        </a:rPr>
                        <a:t> is not null and </a:t>
                      </a:r>
                      <a:r>
                        <a:rPr lang="en-GB" sz="700" u="none" strike="noStrike" dirty="0" err="1">
                          <a:effectLst/>
                          <a:highlight>
                            <a:srgbClr val="00FF00"/>
                          </a:highlight>
                        </a:rPr>
                        <a:t>catchCategory</a:t>
                      </a:r>
                      <a:r>
                        <a:rPr lang="en-GB" sz="700" u="none" strike="noStrike" dirty="0">
                          <a:effectLst/>
                          <a:highlight>
                            <a:srgbClr val="00FF00"/>
                          </a:highlight>
                        </a:rPr>
                        <a:t> != 'LAN', then </a:t>
                      </a:r>
                      <a:r>
                        <a:rPr lang="en-GB" sz="700" u="none" strike="noStrike" dirty="0" err="1">
                          <a:effectLst/>
                          <a:highlight>
                            <a:srgbClr val="00FF00"/>
                          </a:highlight>
                        </a:rPr>
                        <a:t>numPSUs</a:t>
                      </a:r>
                      <a:r>
                        <a:rPr lang="en-GB" sz="700" u="none" strike="noStrike" dirty="0">
                          <a:effectLst/>
                          <a:highlight>
                            <a:srgbClr val="00FF00"/>
                          </a:highlight>
                        </a:rPr>
                        <a:t> is mandatory</a:t>
                      </a:r>
                      <a:endParaRPr lang="en-GB" sz="700" b="0" i="0" u="none" strike="noStrike" dirty="0">
                        <a:solidFill>
                          <a:srgbClr val="000000"/>
                        </a:solidFill>
                        <a:effectLst/>
                        <a:highlight>
                          <a:srgbClr val="00FF00"/>
                        </a:highlight>
                        <a:latin typeface="Aptos Narrow" panose="020B0004020202020204" pitchFamily="34" charset="0"/>
                      </a:endParaRPr>
                    </a:p>
                  </a:txBody>
                  <a:tcPr marL="0" marR="0" marT="0" marB="0"/>
                </a:tc>
                <a:extLst>
                  <a:ext uri="{0D108BD9-81ED-4DB2-BD59-A6C34878D82A}">
                    <a16:rowId xmlns:a16="http://schemas.microsoft.com/office/drawing/2014/main" val="2042433064"/>
                  </a:ext>
                </a:extLst>
              </a:tr>
            </a:tbl>
          </a:graphicData>
        </a:graphic>
      </p:graphicFrame>
    </p:spTree>
    <p:extLst>
      <p:ext uri="{BB962C8B-B14F-4D97-AF65-F5344CB8AC3E}">
        <p14:creationId xmlns:p14="http://schemas.microsoft.com/office/powerpoint/2010/main" val="1924759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85AB-43E3-A072-5D11-EEE6EBF5CC73}"/>
              </a:ext>
            </a:extLst>
          </p:cNvPr>
          <p:cNvSpPr>
            <a:spLocks noGrp="1"/>
          </p:cNvSpPr>
          <p:nvPr>
            <p:ph type="title"/>
          </p:nvPr>
        </p:nvSpPr>
        <p:spPr/>
        <p:txBody>
          <a:bodyPr/>
          <a:lstStyle/>
          <a:p>
            <a:r>
              <a:rPr lang="da-DK" dirty="0"/>
              <a:t>Counts, Mandatory – solution?</a:t>
            </a:r>
            <a:endParaRPr lang="en-GB" dirty="0"/>
          </a:p>
        </p:txBody>
      </p:sp>
      <p:sp>
        <p:nvSpPr>
          <p:cNvPr id="3" name="Content Placeholder 2">
            <a:extLst>
              <a:ext uri="{FF2B5EF4-FFF2-40B4-BE49-F238E27FC236}">
                <a16:creationId xmlns:a16="http://schemas.microsoft.com/office/drawing/2014/main" id="{CC16FC09-4D61-2D08-E294-955CF38543D8}"/>
              </a:ext>
            </a:extLst>
          </p:cNvPr>
          <p:cNvSpPr>
            <a:spLocks noGrp="1"/>
          </p:cNvSpPr>
          <p:nvPr>
            <p:ph idx="1"/>
          </p:nvPr>
        </p:nvSpPr>
        <p:spPr/>
        <p:txBody>
          <a:bodyPr/>
          <a:lstStyle/>
          <a:p>
            <a:pPr marL="514350" indent="-514350">
              <a:buFont typeface="+mj-lt"/>
              <a:buAutoNum type="arabicPeriod"/>
            </a:pPr>
            <a:r>
              <a:rPr lang="da-DK" dirty="0" err="1"/>
              <a:t>We</a:t>
            </a:r>
            <a:r>
              <a:rPr lang="da-DK" dirty="0"/>
              <a:t> </a:t>
            </a:r>
            <a:r>
              <a:rPr lang="da-DK" dirty="0" err="1"/>
              <a:t>could</a:t>
            </a:r>
            <a:r>
              <a:rPr lang="da-DK" dirty="0"/>
              <a:t> </a:t>
            </a:r>
            <a:r>
              <a:rPr lang="da-DK" dirty="0" err="1"/>
              <a:t>make</a:t>
            </a:r>
            <a:r>
              <a:rPr lang="da-DK" dirty="0"/>
              <a:t> it </a:t>
            </a:r>
            <a:r>
              <a:rPr lang="da-DK" dirty="0" err="1"/>
              <a:t>optional</a:t>
            </a:r>
            <a:endParaRPr lang="da-DK" dirty="0"/>
          </a:p>
          <a:p>
            <a:pPr marL="971550" lvl="1" indent="-514350">
              <a:buFont typeface="+mj-lt"/>
              <a:buAutoNum type="arabicPeriod"/>
            </a:pPr>
            <a:r>
              <a:rPr lang="da-DK" dirty="0"/>
              <a:t>This </a:t>
            </a:r>
            <a:r>
              <a:rPr lang="da-DK" dirty="0" err="1"/>
              <a:t>will</a:t>
            </a:r>
            <a:r>
              <a:rPr lang="da-DK" dirty="0"/>
              <a:t> </a:t>
            </a:r>
            <a:r>
              <a:rPr lang="da-DK" dirty="0" err="1"/>
              <a:t>solve</a:t>
            </a:r>
            <a:r>
              <a:rPr lang="da-DK" dirty="0"/>
              <a:t> the problem, but </a:t>
            </a:r>
            <a:r>
              <a:rPr lang="da-DK" dirty="0" err="1"/>
              <a:t>we</a:t>
            </a:r>
            <a:r>
              <a:rPr lang="da-DK" dirty="0"/>
              <a:t> end up with not </a:t>
            </a:r>
            <a:r>
              <a:rPr lang="da-DK" dirty="0" err="1"/>
              <a:t>getting</a:t>
            </a:r>
            <a:r>
              <a:rPr lang="da-DK" dirty="0"/>
              <a:t> </a:t>
            </a:r>
            <a:r>
              <a:rPr lang="da-DK" dirty="0" err="1"/>
              <a:t>any</a:t>
            </a:r>
            <a:r>
              <a:rPr lang="da-DK" dirty="0"/>
              <a:t> </a:t>
            </a:r>
            <a:r>
              <a:rPr lang="da-DK" dirty="0" err="1"/>
              <a:t>counts</a:t>
            </a:r>
            <a:r>
              <a:rPr lang="da-DK" dirty="0"/>
              <a:t>, like in InterCatch</a:t>
            </a:r>
          </a:p>
          <a:p>
            <a:pPr marL="514350" indent="-514350">
              <a:buFont typeface="+mj-lt"/>
              <a:buAutoNum type="arabicPeriod"/>
            </a:pPr>
            <a:r>
              <a:rPr lang="da-DK" dirty="0" err="1"/>
              <a:t>We</a:t>
            </a:r>
            <a:r>
              <a:rPr lang="da-DK" dirty="0"/>
              <a:t> </a:t>
            </a:r>
            <a:r>
              <a:rPr lang="da-DK" dirty="0" err="1"/>
              <a:t>could</a:t>
            </a:r>
            <a:r>
              <a:rPr lang="da-DK" dirty="0"/>
              <a:t> have a </a:t>
            </a:r>
            <a:r>
              <a:rPr lang="da-DK" dirty="0" err="1"/>
              <a:t>fiels</a:t>
            </a:r>
            <a:r>
              <a:rPr lang="da-DK" dirty="0"/>
              <a:t> a la </a:t>
            </a:r>
            <a:r>
              <a:rPr lang="da-DK" dirty="0" err="1"/>
              <a:t>dataSource</a:t>
            </a:r>
            <a:r>
              <a:rPr lang="da-DK" dirty="0"/>
              <a:t> from RDBES.CL (This </a:t>
            </a:r>
            <a:r>
              <a:rPr lang="da-DK" dirty="0" err="1"/>
              <a:t>would</a:t>
            </a:r>
            <a:r>
              <a:rPr lang="da-DK" dirty="0"/>
              <a:t> </a:t>
            </a:r>
            <a:r>
              <a:rPr lang="da-DK" dirty="0" err="1"/>
              <a:t>require</a:t>
            </a:r>
            <a:r>
              <a:rPr lang="da-DK" dirty="0"/>
              <a:t> a </a:t>
            </a:r>
            <a:r>
              <a:rPr lang="da-DK" dirty="0" err="1"/>
              <a:t>code</a:t>
            </a:r>
            <a:r>
              <a:rPr lang="da-DK" dirty="0"/>
              <a:t> for IC import for a optimal solution), </a:t>
            </a:r>
            <a:r>
              <a:rPr lang="da-DK" dirty="0" err="1"/>
              <a:t>then</a:t>
            </a:r>
            <a:r>
              <a:rPr lang="da-DK" dirty="0"/>
              <a:t> </a:t>
            </a:r>
            <a:r>
              <a:rPr lang="da-DK" dirty="0" err="1"/>
              <a:t>counts</a:t>
            </a:r>
            <a:r>
              <a:rPr lang="da-DK" dirty="0"/>
              <a:t> </a:t>
            </a:r>
            <a:r>
              <a:rPr lang="da-DK" dirty="0" err="1"/>
              <a:t>are</a:t>
            </a:r>
            <a:r>
              <a:rPr lang="da-DK" dirty="0"/>
              <a:t> </a:t>
            </a:r>
            <a:r>
              <a:rPr lang="da-DK" dirty="0" err="1"/>
              <a:t>only</a:t>
            </a:r>
            <a:r>
              <a:rPr lang="da-DK" dirty="0"/>
              <a:t> mandatory for </a:t>
            </a:r>
            <a:r>
              <a:rPr lang="da-DK" dirty="0" err="1"/>
              <a:t>some</a:t>
            </a:r>
            <a:r>
              <a:rPr lang="da-DK" dirty="0"/>
              <a:t> </a:t>
            </a:r>
          </a:p>
          <a:p>
            <a:pPr marL="971550" lvl="1" indent="-514350">
              <a:buFont typeface="+mj-lt"/>
              <a:buAutoNum type="arabicPeriod"/>
            </a:pPr>
            <a:r>
              <a:rPr lang="da-DK" dirty="0"/>
              <a:t>See </a:t>
            </a:r>
            <a:r>
              <a:rPr lang="da-DK" dirty="0" err="1"/>
              <a:t>example</a:t>
            </a:r>
            <a:endParaRPr lang="da-DK" dirty="0"/>
          </a:p>
          <a:p>
            <a:pPr marL="457200" indent="-457200">
              <a:buFont typeface="+mj-lt"/>
              <a:buAutoNum type="arabicPeriod"/>
            </a:pPr>
            <a:r>
              <a:rPr lang="da-DK" dirty="0"/>
              <a:t>Any </a:t>
            </a:r>
            <a:r>
              <a:rPr lang="da-DK" dirty="0" err="1"/>
              <a:t>other</a:t>
            </a:r>
            <a:r>
              <a:rPr lang="da-DK" dirty="0"/>
              <a:t> </a:t>
            </a:r>
            <a:r>
              <a:rPr lang="da-DK" dirty="0" err="1"/>
              <a:t>suggetion</a:t>
            </a:r>
            <a:r>
              <a:rPr lang="da-DK" dirty="0"/>
              <a:t>?</a:t>
            </a:r>
          </a:p>
          <a:p>
            <a:pPr marL="0" indent="0">
              <a:buNone/>
            </a:pPr>
            <a:r>
              <a:rPr lang="da-DK" dirty="0"/>
              <a:t> </a:t>
            </a:r>
          </a:p>
          <a:p>
            <a:endParaRPr lang="en-GB" dirty="0"/>
          </a:p>
        </p:txBody>
      </p:sp>
      <p:graphicFrame>
        <p:nvGraphicFramePr>
          <p:cNvPr id="5" name="Content Placeholder 4">
            <a:extLst>
              <a:ext uri="{FF2B5EF4-FFF2-40B4-BE49-F238E27FC236}">
                <a16:creationId xmlns:a16="http://schemas.microsoft.com/office/drawing/2014/main" id="{82371B45-A1AC-30F4-D578-4AE6B12996CF}"/>
              </a:ext>
            </a:extLst>
          </p:cNvPr>
          <p:cNvGraphicFramePr>
            <a:graphicFrameLocks/>
          </p:cNvGraphicFramePr>
          <p:nvPr>
            <p:extLst>
              <p:ext uri="{D42A27DB-BD31-4B8C-83A1-F6EECF244321}">
                <p14:modId xmlns:p14="http://schemas.microsoft.com/office/powerpoint/2010/main" val="2385986778"/>
              </p:ext>
            </p:extLst>
          </p:nvPr>
        </p:nvGraphicFramePr>
        <p:xfrm>
          <a:off x="1941714" y="5232522"/>
          <a:ext cx="8308571" cy="1175100"/>
        </p:xfrm>
        <a:graphic>
          <a:graphicData uri="http://schemas.openxmlformats.org/drawingml/2006/table">
            <a:tbl>
              <a:tblPr>
                <a:tableStyleId>{5C22544A-7EE6-4342-B048-85BDC9FD1C3A}</a:tableStyleId>
              </a:tblPr>
              <a:tblGrid>
                <a:gridCol w="1440000">
                  <a:extLst>
                    <a:ext uri="{9D8B030D-6E8A-4147-A177-3AD203B41FA5}">
                      <a16:colId xmlns:a16="http://schemas.microsoft.com/office/drawing/2014/main" val="2463993820"/>
                    </a:ext>
                  </a:extLst>
                </a:gridCol>
                <a:gridCol w="6868571">
                  <a:extLst>
                    <a:ext uri="{9D8B030D-6E8A-4147-A177-3AD203B41FA5}">
                      <a16:colId xmlns:a16="http://schemas.microsoft.com/office/drawing/2014/main" val="4067465593"/>
                    </a:ext>
                  </a:extLst>
                </a:gridCol>
              </a:tblGrid>
              <a:tr h="756000">
                <a:tc>
                  <a:txBody>
                    <a:bodyPr/>
                    <a:lstStyle/>
                    <a:p>
                      <a:pPr algn="l" fontAlgn="ctr">
                        <a:buNone/>
                      </a:pPr>
                      <a:br>
                        <a:rPr lang="en-GB" sz="900" u="none" strike="sngStrike" dirty="0">
                          <a:effectLst/>
                        </a:rPr>
                      </a:br>
                      <a:r>
                        <a:rPr lang="en-GB" sz="900" u="none" strike="noStrike" dirty="0" err="1">
                          <a:effectLst/>
                        </a:rPr>
                        <a:t>DataBasis</a:t>
                      </a:r>
                      <a:br>
                        <a:rPr lang="en-GB" sz="900" u="none" strike="noStrike" dirty="0">
                          <a:effectLst/>
                        </a:rPr>
                      </a:br>
                      <a:r>
                        <a:rPr lang="en-GB" sz="900" u="none" strike="noStrike" dirty="0">
                          <a:effectLst/>
                        </a:rPr>
                        <a:t>//vocab.ices.dk/?ref=1767</a:t>
                      </a:r>
                      <a:endParaRPr lang="en-GB" sz="900" b="0" i="0" u="none" strike="noStrike" dirty="0">
                        <a:solidFill>
                          <a:srgbClr val="000000"/>
                        </a:solidFill>
                        <a:effectLst/>
                        <a:latin typeface="Calibri Light" panose="020F0302020204030204" pitchFamily="34" charset="0"/>
                      </a:endParaRPr>
                    </a:p>
                  </a:txBody>
                  <a:tcPr marL="7620" marR="7620" marT="7620" marB="0" anchor="ctr"/>
                </a:tc>
                <a:tc>
                  <a:txBody>
                    <a:bodyPr/>
                    <a:lstStyle/>
                    <a:p>
                      <a:pPr algn="l" fontAlgn="ctr">
                        <a:buNone/>
                      </a:pPr>
                      <a:r>
                        <a:rPr lang="en-GB" sz="900" u="none" strike="noStrike" dirty="0">
                          <a:effectLst/>
                        </a:rPr>
                        <a:t>Allowed codes are: “Official” and "Estimated"</a:t>
                      </a:r>
                      <a:br>
                        <a:rPr lang="en-GB" sz="900" u="none" strike="noStrike" dirty="0">
                          <a:effectLst/>
                        </a:rPr>
                      </a:br>
                      <a:r>
                        <a:rPr lang="en-GB" sz="900" u="none" strike="noStrike" dirty="0">
                          <a:effectLst/>
                        </a:rPr>
                        <a:t>“Official”: Official data, which can be 1) census data (e.g. control regulation data as logbooks, sales notes, declarative forms eventually combined) or 2) official sampling data. </a:t>
                      </a:r>
                      <a:br>
                        <a:rPr lang="en-GB" sz="900" u="none" strike="noStrike" dirty="0">
                          <a:effectLst/>
                        </a:rPr>
                      </a:br>
                      <a:r>
                        <a:rPr lang="en-GB" sz="900" u="none" strike="noStrike" dirty="0">
                          <a:effectLst/>
                        </a:rPr>
                        <a:t>“Estimated”: Data coming from scientific estimates based on scientific sampling or scientific </a:t>
                      </a:r>
                      <a:r>
                        <a:rPr lang="en-GB" sz="900" u="none" strike="noStrike" dirty="0" err="1">
                          <a:effectLst/>
                        </a:rPr>
                        <a:t>reevaluation</a:t>
                      </a:r>
                      <a:r>
                        <a:rPr lang="en-GB" sz="900" u="none" strike="noStrike" dirty="0">
                          <a:effectLst/>
                        </a:rPr>
                        <a:t> and not officially registered and/or reported. Do not provide overlapping data.</a:t>
                      </a:r>
                      <a:endParaRPr lang="en-GB" sz="900" b="0" i="0" u="none" strike="noStrike" dirty="0">
                        <a:solidFill>
                          <a:srgbClr val="000000"/>
                        </a:solidFill>
                        <a:effectLst/>
                        <a:latin typeface="Calibri Light" panose="020F0302020204030204" pitchFamily="34" charset="0"/>
                      </a:endParaRPr>
                    </a:p>
                  </a:txBody>
                  <a:tcPr marL="7620" marR="7620" marT="7620" marB="0" anchor="ctr"/>
                </a:tc>
                <a:extLst>
                  <a:ext uri="{0D108BD9-81ED-4DB2-BD59-A6C34878D82A}">
                    <a16:rowId xmlns:a16="http://schemas.microsoft.com/office/drawing/2014/main" val="753667974"/>
                  </a:ext>
                </a:extLst>
              </a:tr>
              <a:tr h="324000">
                <a:tc>
                  <a:txBody>
                    <a:bodyPr/>
                    <a:lstStyle/>
                    <a:p>
                      <a:pPr algn="l" fontAlgn="ctr">
                        <a:buNone/>
                      </a:pPr>
                      <a:r>
                        <a:rPr lang="en-GB" sz="900" u="none" strike="noStrike" dirty="0" err="1">
                          <a:effectLst/>
                        </a:rPr>
                        <a:t>DataSource</a:t>
                      </a:r>
                      <a:br>
                        <a:rPr lang="en-GB" sz="900" u="none" strike="noStrike" dirty="0">
                          <a:effectLst/>
                        </a:rPr>
                      </a:br>
                      <a:r>
                        <a:rPr lang="en-GB" sz="900" u="none" strike="noStrike" dirty="0">
                          <a:effectLst/>
                        </a:rPr>
                        <a:t>//vocab.ices.dk/?ref=1768</a:t>
                      </a:r>
                      <a:endParaRPr lang="en-GB" sz="900" b="0" i="0" u="none" strike="noStrike" dirty="0">
                        <a:solidFill>
                          <a:srgbClr val="000000"/>
                        </a:solidFill>
                        <a:effectLst/>
                        <a:latin typeface="Calibri Light" panose="020F0302020204030204" pitchFamily="34" charset="0"/>
                      </a:endParaRPr>
                    </a:p>
                  </a:txBody>
                  <a:tcPr marL="7620" marR="7620" marT="7620" marB="0" anchor="ctr"/>
                </a:tc>
                <a:tc>
                  <a:txBody>
                    <a:bodyPr/>
                    <a:lstStyle/>
                    <a:p>
                      <a:pPr algn="l" fontAlgn="ctr">
                        <a:buNone/>
                      </a:pPr>
                      <a:r>
                        <a:rPr lang="en-GB" sz="900" u="none" strike="noStrike" dirty="0">
                          <a:effectLst/>
                        </a:rPr>
                        <a:t>Data Source of scientific weight. When </a:t>
                      </a:r>
                      <a:r>
                        <a:rPr lang="en-GB" sz="900" u="none" strike="noStrike" dirty="0" err="1">
                          <a:effectLst/>
                        </a:rPr>
                        <a:t>DataBasisOfScientificWeight</a:t>
                      </a:r>
                      <a:r>
                        <a:rPr lang="en-GB" sz="900" u="none" strike="noStrike" dirty="0">
                          <a:effectLst/>
                        </a:rPr>
                        <a:t> is  “Official”, Allowed codes are:  "</a:t>
                      </a:r>
                      <a:r>
                        <a:rPr lang="en-GB" sz="900" u="none" strike="noStrike" dirty="0" err="1">
                          <a:effectLst/>
                        </a:rPr>
                        <a:t>CombOD</a:t>
                      </a:r>
                      <a:r>
                        <a:rPr lang="en-GB" sz="900" u="none" strike="noStrike" dirty="0">
                          <a:effectLst/>
                        </a:rPr>
                        <a:t>", "</a:t>
                      </a:r>
                      <a:r>
                        <a:rPr lang="en-GB" sz="900" u="none" strike="noStrike" dirty="0" err="1">
                          <a:effectLst/>
                        </a:rPr>
                        <a:t>Logb</a:t>
                      </a:r>
                      <a:r>
                        <a:rPr lang="en-GB" sz="900" u="none" strike="noStrike" dirty="0">
                          <a:effectLst/>
                        </a:rPr>
                        <a:t>", "</a:t>
                      </a:r>
                      <a:r>
                        <a:rPr lang="en-GB" sz="900" u="none" strike="noStrike" dirty="0" err="1">
                          <a:effectLst/>
                        </a:rPr>
                        <a:t>OthDF</a:t>
                      </a:r>
                      <a:r>
                        <a:rPr lang="en-GB" sz="900" u="none" strike="noStrike" dirty="0">
                          <a:effectLst/>
                        </a:rPr>
                        <a:t>", "SalN". When </a:t>
                      </a:r>
                      <a:r>
                        <a:rPr lang="en-GB" sz="900" u="none" strike="noStrike" dirty="0" err="1">
                          <a:effectLst/>
                        </a:rPr>
                        <a:t>When</a:t>
                      </a:r>
                      <a:r>
                        <a:rPr lang="en-GB" sz="900" u="none" strike="noStrike" dirty="0">
                          <a:effectLst/>
                        </a:rPr>
                        <a:t> </a:t>
                      </a:r>
                      <a:r>
                        <a:rPr lang="en-GB" sz="900" u="none" strike="noStrike" dirty="0" err="1">
                          <a:effectLst/>
                        </a:rPr>
                        <a:t>DataBasisOfScientificWeight</a:t>
                      </a:r>
                      <a:r>
                        <a:rPr lang="en-GB" sz="900" u="none" strike="noStrike" dirty="0">
                          <a:effectLst/>
                        </a:rPr>
                        <a:t> is  “Estimated”, Allowed codes are: "</a:t>
                      </a:r>
                      <a:r>
                        <a:rPr lang="en-GB" sz="900" u="none" strike="noStrike" dirty="0" err="1">
                          <a:effectLst/>
                        </a:rPr>
                        <a:t>SampDS</a:t>
                      </a:r>
                      <a:r>
                        <a:rPr lang="en-GB" sz="900" u="none" strike="noStrike" dirty="0">
                          <a:effectLst/>
                        </a:rPr>
                        <a:t>", "</a:t>
                      </a:r>
                      <a:r>
                        <a:rPr lang="en-GB" sz="900" u="none" strike="noStrike" dirty="0" err="1">
                          <a:effectLst/>
                        </a:rPr>
                        <a:t>SampDC</a:t>
                      </a:r>
                      <a:r>
                        <a:rPr lang="en-GB" sz="900" u="none" strike="noStrike" dirty="0">
                          <a:effectLst/>
                        </a:rPr>
                        <a:t>", "Exprt", "</a:t>
                      </a:r>
                      <a:r>
                        <a:rPr lang="en-GB" sz="900" u="none" strike="noStrike" dirty="0" err="1">
                          <a:effectLst/>
                        </a:rPr>
                        <a:t>OthDF</a:t>
                      </a:r>
                      <a:r>
                        <a:rPr lang="en-GB" sz="900" u="none" strike="noStrike" dirty="0">
                          <a:effectLst/>
                        </a:rPr>
                        <a:t>", "</a:t>
                      </a:r>
                      <a:r>
                        <a:rPr lang="en-GB" sz="900" u="none" strike="noStrike" dirty="0" err="1">
                          <a:effectLst/>
                        </a:rPr>
                        <a:t>CombOD</a:t>
                      </a:r>
                      <a:r>
                        <a:rPr lang="en-GB" sz="900" u="none" strike="noStrike" dirty="0">
                          <a:effectLst/>
                        </a:rPr>
                        <a:t>". </a:t>
                      </a:r>
                      <a:br>
                        <a:rPr lang="en-GB" sz="900" u="none" strike="noStrike" dirty="0">
                          <a:effectLst/>
                        </a:rPr>
                      </a:br>
                      <a:endParaRPr lang="en-GB" sz="900" b="0" i="0" u="none" strike="noStrike" dirty="0">
                        <a:solidFill>
                          <a:srgbClr val="000000"/>
                        </a:solidFill>
                        <a:effectLst/>
                        <a:latin typeface="Calibri Light" panose="020F0302020204030204" pitchFamily="34" charset="0"/>
                      </a:endParaRPr>
                    </a:p>
                  </a:txBody>
                  <a:tcPr marL="7620" marR="7620" marT="7620" marB="0" anchor="ctr"/>
                </a:tc>
                <a:extLst>
                  <a:ext uri="{0D108BD9-81ED-4DB2-BD59-A6C34878D82A}">
                    <a16:rowId xmlns:a16="http://schemas.microsoft.com/office/drawing/2014/main" val="3196545706"/>
                  </a:ext>
                </a:extLst>
              </a:tr>
            </a:tbl>
          </a:graphicData>
        </a:graphic>
      </p:graphicFrame>
    </p:spTree>
    <p:extLst>
      <p:ext uri="{BB962C8B-B14F-4D97-AF65-F5344CB8AC3E}">
        <p14:creationId xmlns:p14="http://schemas.microsoft.com/office/powerpoint/2010/main" val="3433327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D86A-A0AB-4478-AB23-9708764CC0EC}"/>
              </a:ext>
            </a:extLst>
          </p:cNvPr>
          <p:cNvSpPr>
            <a:spLocks noGrp="1"/>
          </p:cNvSpPr>
          <p:nvPr>
            <p:ph type="title"/>
          </p:nvPr>
        </p:nvSpPr>
        <p:spPr/>
        <p:txBody>
          <a:bodyPr/>
          <a:lstStyle/>
          <a:p>
            <a:r>
              <a:rPr lang="da-DK" dirty="0"/>
              <a:t>Official </a:t>
            </a:r>
            <a:r>
              <a:rPr lang="da-DK" dirty="0" err="1"/>
              <a:t>values</a:t>
            </a:r>
            <a:r>
              <a:rPr lang="da-DK" dirty="0"/>
              <a:t> as an </a:t>
            </a:r>
            <a:r>
              <a:rPr lang="da-DK" dirty="0" err="1"/>
              <a:t>WGEstimate</a:t>
            </a:r>
            <a:endParaRPr lang="en-GB" dirty="0"/>
          </a:p>
        </p:txBody>
      </p:sp>
      <p:sp>
        <p:nvSpPr>
          <p:cNvPr id="3" name="Content Placeholder 2">
            <a:extLst>
              <a:ext uri="{FF2B5EF4-FFF2-40B4-BE49-F238E27FC236}">
                <a16:creationId xmlns:a16="http://schemas.microsoft.com/office/drawing/2014/main" id="{05F27B1A-FF3F-1BA3-7885-A3B44837EFBD}"/>
              </a:ext>
            </a:extLst>
          </p:cNvPr>
          <p:cNvSpPr>
            <a:spLocks noGrp="1"/>
          </p:cNvSpPr>
          <p:nvPr>
            <p:ph idx="1"/>
          </p:nvPr>
        </p:nvSpPr>
        <p:spPr/>
        <p:txBody>
          <a:bodyPr/>
          <a:lstStyle/>
          <a:p>
            <a:r>
              <a:rPr lang="da-DK" dirty="0" err="1"/>
              <a:t>We</a:t>
            </a:r>
            <a:r>
              <a:rPr lang="da-DK" dirty="0"/>
              <a:t> have </a:t>
            </a:r>
            <a:r>
              <a:rPr lang="da-DK" dirty="0" err="1"/>
              <a:t>originType</a:t>
            </a:r>
            <a:r>
              <a:rPr lang="da-DK" dirty="0"/>
              <a:t> (Official | </a:t>
            </a:r>
            <a:r>
              <a:rPr lang="da-DK" dirty="0" err="1"/>
              <a:t>WGEstimate</a:t>
            </a:r>
            <a:r>
              <a:rPr lang="da-DK" dirty="0"/>
              <a:t>) to </a:t>
            </a:r>
            <a:r>
              <a:rPr lang="da-DK" dirty="0" err="1"/>
              <a:t>allow</a:t>
            </a:r>
            <a:r>
              <a:rPr lang="da-DK" dirty="0"/>
              <a:t> for the </a:t>
            </a:r>
            <a:r>
              <a:rPr lang="da-DK" dirty="0" err="1"/>
              <a:t>reporting</a:t>
            </a:r>
            <a:r>
              <a:rPr lang="da-DK" dirty="0"/>
              <a:t> of official </a:t>
            </a:r>
            <a:r>
              <a:rPr lang="da-DK" dirty="0" err="1"/>
              <a:t>figures</a:t>
            </a:r>
            <a:r>
              <a:rPr lang="da-DK" dirty="0"/>
              <a:t>, </a:t>
            </a:r>
            <a:r>
              <a:rPr lang="da-DK" dirty="0" err="1"/>
              <a:t>since</a:t>
            </a:r>
            <a:r>
              <a:rPr lang="da-DK" dirty="0"/>
              <a:t> </a:t>
            </a:r>
            <a:r>
              <a:rPr lang="da-DK" dirty="0" err="1"/>
              <a:t>this</a:t>
            </a:r>
            <a:r>
              <a:rPr lang="da-DK" dirty="0"/>
              <a:t> have </a:t>
            </a:r>
            <a:r>
              <a:rPr lang="da-DK" dirty="0" err="1"/>
              <a:t>been</a:t>
            </a:r>
            <a:r>
              <a:rPr lang="da-DK" dirty="0"/>
              <a:t> </a:t>
            </a:r>
            <a:r>
              <a:rPr lang="da-DK" dirty="0" err="1"/>
              <a:t>requested</a:t>
            </a:r>
            <a:r>
              <a:rPr lang="da-DK" dirty="0"/>
              <a:t> in the </a:t>
            </a:r>
            <a:r>
              <a:rPr lang="da-DK" dirty="0" err="1"/>
              <a:t>past</a:t>
            </a:r>
            <a:endParaRPr lang="da-DK" dirty="0"/>
          </a:p>
          <a:p>
            <a:r>
              <a:rPr lang="da-DK" dirty="0" err="1"/>
              <a:t>Only</a:t>
            </a:r>
            <a:r>
              <a:rPr lang="da-DK" dirty="0"/>
              <a:t> </a:t>
            </a:r>
            <a:r>
              <a:rPr lang="da-DK" dirty="0" err="1"/>
              <a:t>WGEstimate’s</a:t>
            </a:r>
            <a:r>
              <a:rPr lang="da-DK" dirty="0"/>
              <a:t> </a:t>
            </a:r>
            <a:r>
              <a:rPr lang="da-DK" dirty="0" err="1"/>
              <a:t>will</a:t>
            </a:r>
            <a:r>
              <a:rPr lang="da-DK" dirty="0"/>
              <a:t> </a:t>
            </a:r>
            <a:r>
              <a:rPr lang="da-DK" dirty="0" err="1"/>
              <a:t>be</a:t>
            </a:r>
            <a:r>
              <a:rPr lang="da-DK" dirty="0"/>
              <a:t> </a:t>
            </a:r>
            <a:r>
              <a:rPr lang="da-DK" dirty="0" err="1"/>
              <a:t>processed</a:t>
            </a:r>
            <a:r>
              <a:rPr lang="da-DK" dirty="0"/>
              <a:t> and go </a:t>
            </a:r>
            <a:r>
              <a:rPr lang="da-DK" dirty="0" err="1"/>
              <a:t>into</a:t>
            </a:r>
            <a:r>
              <a:rPr lang="da-DK" dirty="0"/>
              <a:t> the </a:t>
            </a:r>
            <a:r>
              <a:rPr lang="da-DK" dirty="0" err="1"/>
              <a:t>assessment</a:t>
            </a:r>
            <a:endParaRPr lang="da-DK" dirty="0"/>
          </a:p>
          <a:p>
            <a:endParaRPr lang="en-GB" dirty="0"/>
          </a:p>
        </p:txBody>
      </p:sp>
    </p:spTree>
    <p:extLst>
      <p:ext uri="{BB962C8B-B14F-4D97-AF65-F5344CB8AC3E}">
        <p14:creationId xmlns:p14="http://schemas.microsoft.com/office/powerpoint/2010/main" val="3273877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E62D5-76A0-3F01-E957-AF04C5A57B55}"/>
              </a:ext>
            </a:extLst>
          </p:cNvPr>
          <p:cNvSpPr>
            <a:spLocks noGrp="1"/>
          </p:cNvSpPr>
          <p:nvPr>
            <p:ph type="title"/>
          </p:nvPr>
        </p:nvSpPr>
        <p:spPr/>
        <p:txBody>
          <a:bodyPr/>
          <a:lstStyle/>
          <a:p>
            <a:r>
              <a:rPr lang="en-US" dirty="0"/>
              <a:t>counts of PSUs and trip level counts (#25)</a:t>
            </a:r>
            <a:endParaRPr lang="en-GB" dirty="0"/>
          </a:p>
        </p:txBody>
      </p:sp>
      <p:sp>
        <p:nvSpPr>
          <p:cNvPr id="5" name="Content Placeholder 4">
            <a:extLst>
              <a:ext uri="{FF2B5EF4-FFF2-40B4-BE49-F238E27FC236}">
                <a16:creationId xmlns:a16="http://schemas.microsoft.com/office/drawing/2014/main" id="{185955F4-C61B-A6F2-6A52-545BDB16BB9A}"/>
              </a:ext>
            </a:extLst>
          </p:cNvPr>
          <p:cNvSpPr>
            <a:spLocks noGrp="1"/>
          </p:cNvSpPr>
          <p:nvPr>
            <p:ph idx="1"/>
          </p:nvPr>
        </p:nvSpPr>
        <p:spPr/>
        <p:txBody>
          <a:bodyPr>
            <a:normAutofit fontScale="85000" lnSpcReduction="20000"/>
          </a:bodyPr>
          <a:lstStyle/>
          <a:p>
            <a:pPr marL="0" indent="0">
              <a:buNone/>
            </a:pPr>
            <a:r>
              <a:rPr lang="en-GB" dirty="0"/>
              <a:t>What to count, when the estimation domain is on a finer level than the PSU or trip and upper-than-trip PSUs end up in more domain?</a:t>
            </a:r>
          </a:p>
          <a:p>
            <a:pPr marL="0" indent="0">
              <a:buNone/>
            </a:pPr>
            <a:r>
              <a:rPr lang="en-GB" dirty="0"/>
              <a:t>E.g., say a trip visits several areas. Stock coordinator might be better informed with No of hauls than with current trips and PSUs (No of vessels under H1).</a:t>
            </a:r>
          </a:p>
          <a:p>
            <a:pPr marL="0" indent="0">
              <a:buNone/>
            </a:pPr>
            <a:r>
              <a:rPr lang="en-GB" dirty="0"/>
              <a:t>My preliminary opinion: there is not single good way to inform all Stock Coordinators of sampling levels via a single format like the CEF. Rather, the plan should be that stock coordinators define the information that is meaningful (together with the data submitters) and ask for it to be included in a stock specific table/report routinely issued alongside the CEF estimates. TAF automation will make this easy to achieve (just an additional output). I am tempted to suggest the sampling levels are removed from the CEF format in the next update so that emphasis can be put on defining those simpler reports/overviews and including them in the TAF format immediately for the next round of stocks.</a:t>
            </a:r>
          </a:p>
          <a:p>
            <a:pPr marL="0" indent="0">
              <a:buNone/>
            </a:pPr>
            <a:endParaRPr lang="en-GB" dirty="0"/>
          </a:p>
        </p:txBody>
      </p:sp>
    </p:spTree>
    <p:extLst>
      <p:ext uri="{BB962C8B-B14F-4D97-AF65-F5344CB8AC3E}">
        <p14:creationId xmlns:p14="http://schemas.microsoft.com/office/powerpoint/2010/main" val="1196369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283B5-8EF1-6764-9F69-F3879BD5ADA8}"/>
              </a:ext>
            </a:extLst>
          </p:cNvPr>
          <p:cNvSpPr>
            <a:spLocks noGrp="1"/>
          </p:cNvSpPr>
          <p:nvPr>
            <p:ph type="title"/>
          </p:nvPr>
        </p:nvSpPr>
        <p:spPr/>
        <p:txBody>
          <a:bodyPr/>
          <a:lstStyle/>
          <a:p>
            <a:r>
              <a:rPr lang="da-DK" dirty="0"/>
              <a:t>Counts, </a:t>
            </a:r>
            <a:r>
              <a:rPr lang="da-DK" dirty="0" err="1"/>
              <a:t>what</a:t>
            </a:r>
            <a:r>
              <a:rPr lang="da-DK" dirty="0"/>
              <a:t> to </a:t>
            </a:r>
            <a:r>
              <a:rPr lang="da-DK" dirty="0" err="1"/>
              <a:t>count</a:t>
            </a:r>
            <a:endParaRPr lang="en-GB" dirty="0"/>
          </a:p>
        </p:txBody>
      </p:sp>
      <p:sp>
        <p:nvSpPr>
          <p:cNvPr id="6" name="Content Placeholder 5">
            <a:extLst>
              <a:ext uri="{FF2B5EF4-FFF2-40B4-BE49-F238E27FC236}">
                <a16:creationId xmlns:a16="http://schemas.microsoft.com/office/drawing/2014/main" id="{A774B92F-369A-5893-FDFF-5A89BECB48C1}"/>
              </a:ext>
            </a:extLst>
          </p:cNvPr>
          <p:cNvSpPr>
            <a:spLocks noGrp="1"/>
          </p:cNvSpPr>
          <p:nvPr>
            <p:ph idx="1"/>
          </p:nvPr>
        </p:nvSpPr>
        <p:spPr/>
        <p:txBody>
          <a:bodyPr>
            <a:normAutofit fontScale="77500" lnSpcReduction="20000"/>
          </a:bodyPr>
          <a:lstStyle/>
          <a:p>
            <a:r>
              <a:rPr lang="en-US" noProof="0" dirty="0"/>
              <a:t>Count Landing Event (LE) or Fishing Operation (FO)</a:t>
            </a:r>
          </a:p>
          <a:p>
            <a:pPr lvl="1"/>
            <a:r>
              <a:rPr lang="en-US" noProof="0" dirty="0"/>
              <a:t>These table have counts per time, space and fleet. In LE it is only dominant </a:t>
            </a:r>
          </a:p>
          <a:p>
            <a:endParaRPr lang="en-US" noProof="0" dirty="0"/>
          </a:p>
          <a:p>
            <a:r>
              <a:rPr lang="en-US" noProof="0" dirty="0"/>
              <a:t>Count Sample (SA) </a:t>
            </a:r>
          </a:p>
          <a:p>
            <a:pPr lvl="1"/>
            <a:r>
              <a:rPr lang="en-US" noProof="0" dirty="0"/>
              <a:t>Actually time, space and fleet</a:t>
            </a:r>
          </a:p>
          <a:p>
            <a:endParaRPr lang="da-DK" dirty="0"/>
          </a:p>
          <a:p>
            <a:endParaRPr lang="da-DK" dirty="0"/>
          </a:p>
          <a:p>
            <a:endParaRPr lang="en-GB" dirty="0"/>
          </a:p>
          <a:p>
            <a:endParaRPr lang="en-GB" dirty="0"/>
          </a:p>
          <a:p>
            <a:endParaRPr lang="en-GB" dirty="0"/>
          </a:p>
          <a:p>
            <a:endParaRPr lang="en-GB" dirty="0"/>
          </a:p>
          <a:p>
            <a:pPr marL="0" indent="0">
              <a:buNone/>
            </a:pPr>
            <a:r>
              <a:rPr lang="en-GB" sz="1100" dirty="0"/>
              <a:t>‘-‘ (minus after the record type) means mandatory but not in the estimation hierarchy. </a:t>
            </a:r>
          </a:p>
          <a:p>
            <a:pPr marL="0" indent="0">
              <a:buNone/>
            </a:pPr>
            <a:r>
              <a:rPr lang="en-GB" sz="1100" dirty="0"/>
              <a:t>‘()’ (the record type in brackets) means optional and not in the estimation hierarchy.</a:t>
            </a:r>
          </a:p>
          <a:p>
            <a:endParaRPr lang="en-GB" dirty="0"/>
          </a:p>
        </p:txBody>
      </p:sp>
      <p:graphicFrame>
        <p:nvGraphicFramePr>
          <p:cNvPr id="8" name="Table 7">
            <a:extLst>
              <a:ext uri="{FF2B5EF4-FFF2-40B4-BE49-F238E27FC236}">
                <a16:creationId xmlns:a16="http://schemas.microsoft.com/office/drawing/2014/main" id="{DC754A0E-FFEE-18F0-1898-6B03D9C28041}"/>
              </a:ext>
            </a:extLst>
          </p:cNvPr>
          <p:cNvGraphicFramePr>
            <a:graphicFrameLocks noGrp="1"/>
          </p:cNvGraphicFramePr>
          <p:nvPr>
            <p:extLst>
              <p:ext uri="{D42A27DB-BD31-4B8C-83A1-F6EECF244321}">
                <p14:modId xmlns:p14="http://schemas.microsoft.com/office/powerpoint/2010/main" val="307248943"/>
              </p:ext>
            </p:extLst>
          </p:nvPr>
        </p:nvGraphicFramePr>
        <p:xfrm>
          <a:off x="3233420" y="3514249"/>
          <a:ext cx="5725160" cy="1735011"/>
        </p:xfrm>
        <a:graphic>
          <a:graphicData uri="http://schemas.openxmlformats.org/drawingml/2006/table">
            <a:tbl>
              <a:tblPr firstRow="1" firstCol="1" bandRow="1">
                <a:tableStyleId>{69012ECD-51FC-41F1-AA8D-1B2483CD663E}</a:tableStyleId>
              </a:tblPr>
              <a:tblGrid>
                <a:gridCol w="446405">
                  <a:extLst>
                    <a:ext uri="{9D8B030D-6E8A-4147-A177-3AD203B41FA5}">
                      <a16:colId xmlns:a16="http://schemas.microsoft.com/office/drawing/2014/main" val="293446361"/>
                    </a:ext>
                  </a:extLst>
                </a:gridCol>
                <a:gridCol w="446405">
                  <a:extLst>
                    <a:ext uri="{9D8B030D-6E8A-4147-A177-3AD203B41FA5}">
                      <a16:colId xmlns:a16="http://schemas.microsoft.com/office/drawing/2014/main" val="3877513741"/>
                    </a:ext>
                  </a:extLst>
                </a:gridCol>
                <a:gridCol w="447040">
                  <a:extLst>
                    <a:ext uri="{9D8B030D-6E8A-4147-A177-3AD203B41FA5}">
                      <a16:colId xmlns:a16="http://schemas.microsoft.com/office/drawing/2014/main" val="1063557960"/>
                    </a:ext>
                  </a:extLst>
                </a:gridCol>
                <a:gridCol w="447040">
                  <a:extLst>
                    <a:ext uri="{9D8B030D-6E8A-4147-A177-3AD203B41FA5}">
                      <a16:colId xmlns:a16="http://schemas.microsoft.com/office/drawing/2014/main" val="213571593"/>
                    </a:ext>
                  </a:extLst>
                </a:gridCol>
                <a:gridCol w="447040">
                  <a:extLst>
                    <a:ext uri="{9D8B030D-6E8A-4147-A177-3AD203B41FA5}">
                      <a16:colId xmlns:a16="http://schemas.microsoft.com/office/drawing/2014/main" val="2544251366"/>
                    </a:ext>
                  </a:extLst>
                </a:gridCol>
                <a:gridCol w="447040">
                  <a:extLst>
                    <a:ext uri="{9D8B030D-6E8A-4147-A177-3AD203B41FA5}">
                      <a16:colId xmlns:a16="http://schemas.microsoft.com/office/drawing/2014/main" val="1563620195"/>
                    </a:ext>
                  </a:extLst>
                </a:gridCol>
                <a:gridCol w="447040">
                  <a:extLst>
                    <a:ext uri="{9D8B030D-6E8A-4147-A177-3AD203B41FA5}">
                      <a16:colId xmlns:a16="http://schemas.microsoft.com/office/drawing/2014/main" val="3505732648"/>
                    </a:ext>
                  </a:extLst>
                </a:gridCol>
                <a:gridCol w="447040">
                  <a:extLst>
                    <a:ext uri="{9D8B030D-6E8A-4147-A177-3AD203B41FA5}">
                      <a16:colId xmlns:a16="http://schemas.microsoft.com/office/drawing/2014/main" val="2817341747"/>
                    </a:ext>
                  </a:extLst>
                </a:gridCol>
                <a:gridCol w="447040">
                  <a:extLst>
                    <a:ext uri="{9D8B030D-6E8A-4147-A177-3AD203B41FA5}">
                      <a16:colId xmlns:a16="http://schemas.microsoft.com/office/drawing/2014/main" val="2170789829"/>
                    </a:ext>
                  </a:extLst>
                </a:gridCol>
                <a:gridCol w="453390">
                  <a:extLst>
                    <a:ext uri="{9D8B030D-6E8A-4147-A177-3AD203B41FA5}">
                      <a16:colId xmlns:a16="http://schemas.microsoft.com/office/drawing/2014/main" val="1162836280"/>
                    </a:ext>
                  </a:extLst>
                </a:gridCol>
                <a:gridCol w="453390">
                  <a:extLst>
                    <a:ext uri="{9D8B030D-6E8A-4147-A177-3AD203B41FA5}">
                      <a16:colId xmlns:a16="http://schemas.microsoft.com/office/drawing/2014/main" val="1455265972"/>
                    </a:ext>
                  </a:extLst>
                </a:gridCol>
                <a:gridCol w="419735">
                  <a:extLst>
                    <a:ext uri="{9D8B030D-6E8A-4147-A177-3AD203B41FA5}">
                      <a16:colId xmlns:a16="http://schemas.microsoft.com/office/drawing/2014/main" val="324018194"/>
                    </a:ext>
                  </a:extLst>
                </a:gridCol>
                <a:gridCol w="376555">
                  <a:extLst>
                    <a:ext uri="{9D8B030D-6E8A-4147-A177-3AD203B41FA5}">
                      <a16:colId xmlns:a16="http://schemas.microsoft.com/office/drawing/2014/main" val="1083134647"/>
                    </a:ext>
                  </a:extLst>
                </a:gridCol>
              </a:tblGrid>
              <a:tr h="0">
                <a:tc>
                  <a:txBody>
                    <a:bodyPr/>
                    <a:lstStyle/>
                    <a:p>
                      <a:pPr algn="ctr">
                        <a:lnSpc>
                          <a:spcPct val="107000"/>
                        </a:lnSpc>
                        <a:spcAft>
                          <a:spcPts val="800"/>
                        </a:spcAft>
                        <a:buNone/>
                      </a:pPr>
                      <a:r>
                        <a:rPr lang="en-GB" sz="1100" dirty="0">
                          <a:effectLst/>
                        </a:rPr>
                        <a:t>H1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H4</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H5</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H7</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H8</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rPr>
                        <a:t>H9</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9359059"/>
                  </a:ext>
                </a:extLst>
              </a:tr>
              <a:tr h="0">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6917878"/>
                  </a:ext>
                </a:extLst>
              </a:tr>
              <a:tr h="0">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rPr>
                        <a:t>SD-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9924248"/>
                  </a:ext>
                </a:extLst>
              </a:tr>
              <a:tr h="0">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 </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3941149"/>
                  </a:ext>
                </a:extLst>
              </a:tr>
              <a:tr h="0">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3614216"/>
                  </a:ext>
                </a:extLst>
              </a:tr>
              <a:tr h="0">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 </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3639452"/>
                  </a:ext>
                </a:extLst>
              </a:tr>
              <a:tr h="0">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0463671"/>
                  </a:ext>
                </a:extLst>
              </a:tr>
              <a:tr h="0">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1584295"/>
                  </a:ext>
                </a:extLst>
              </a:tr>
              <a:tr h="0">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7726222"/>
                  </a:ext>
                </a:extLst>
              </a:tr>
            </a:tbl>
          </a:graphicData>
        </a:graphic>
      </p:graphicFrame>
    </p:spTree>
    <p:extLst>
      <p:ext uri="{BB962C8B-B14F-4D97-AF65-F5344CB8AC3E}">
        <p14:creationId xmlns:p14="http://schemas.microsoft.com/office/powerpoint/2010/main" val="1437551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34091-3127-363D-7267-7A391CFDD2E8}"/>
              </a:ext>
            </a:extLst>
          </p:cNvPr>
          <p:cNvSpPr>
            <a:spLocks noGrp="1"/>
          </p:cNvSpPr>
          <p:nvPr>
            <p:ph type="title"/>
          </p:nvPr>
        </p:nvSpPr>
        <p:spPr/>
        <p:txBody>
          <a:bodyPr/>
          <a:lstStyle/>
          <a:p>
            <a:r>
              <a:rPr lang="da-DK" dirty="0"/>
              <a:t>Counts</a:t>
            </a:r>
            <a:endParaRPr lang="en-GB" dirty="0"/>
          </a:p>
        </p:txBody>
      </p:sp>
      <p:sp>
        <p:nvSpPr>
          <p:cNvPr id="3" name="Content Placeholder 2">
            <a:extLst>
              <a:ext uri="{FF2B5EF4-FFF2-40B4-BE49-F238E27FC236}">
                <a16:creationId xmlns:a16="http://schemas.microsoft.com/office/drawing/2014/main" id="{924D402C-83FD-0E2E-D487-8CAF0D8BBC15}"/>
              </a:ext>
            </a:extLst>
          </p:cNvPr>
          <p:cNvSpPr>
            <a:spLocks noGrp="1"/>
          </p:cNvSpPr>
          <p:nvPr>
            <p:ph idx="1"/>
          </p:nvPr>
        </p:nvSpPr>
        <p:spPr/>
        <p:txBody>
          <a:bodyPr/>
          <a:lstStyle/>
          <a:p>
            <a:pPr marL="514350" indent="-514350">
              <a:buFont typeface="+mj-lt"/>
              <a:buAutoNum type="arabicPeriod"/>
            </a:pPr>
            <a:r>
              <a:rPr lang="da-DK" dirty="0"/>
              <a:t>Delete PSU and </a:t>
            </a:r>
            <a:r>
              <a:rPr lang="da-DK" dirty="0" err="1"/>
              <a:t>numTrips</a:t>
            </a:r>
            <a:r>
              <a:rPr lang="da-DK" dirty="0"/>
              <a:t> in CEF.CN</a:t>
            </a:r>
          </a:p>
          <a:p>
            <a:pPr marL="514350" indent="-514350">
              <a:buFont typeface="+mj-lt"/>
              <a:buAutoNum type="arabicPeriod"/>
            </a:pPr>
            <a:r>
              <a:rPr lang="da-DK" dirty="0"/>
              <a:t>Keep </a:t>
            </a:r>
            <a:r>
              <a:rPr lang="da-DK" dirty="0" err="1"/>
              <a:t>numTrips</a:t>
            </a:r>
            <a:r>
              <a:rPr lang="da-DK" dirty="0"/>
              <a:t>, but </a:t>
            </a:r>
            <a:r>
              <a:rPr lang="da-DK" dirty="0" err="1"/>
              <a:t>include</a:t>
            </a:r>
            <a:r>
              <a:rPr lang="da-DK" dirty="0"/>
              <a:t> SU</a:t>
            </a:r>
            <a:r>
              <a:rPr lang="en-GB" dirty="0"/>
              <a:t> a count for FO / LE / Mixed (FO, LE)</a:t>
            </a:r>
          </a:p>
          <a:p>
            <a:pPr marL="514350" indent="-514350">
              <a:buFont typeface="+mj-lt"/>
              <a:buAutoNum type="arabicPeriod"/>
            </a:pPr>
            <a:r>
              <a:rPr lang="da-DK" dirty="0"/>
              <a:t>Keep PSU, but </a:t>
            </a:r>
            <a:r>
              <a:rPr lang="da-DK" dirty="0" err="1"/>
              <a:t>include</a:t>
            </a:r>
            <a:r>
              <a:rPr lang="en-GB" dirty="0"/>
              <a:t> SU a count for FO / LE / Mixed (FO, LE)</a:t>
            </a:r>
          </a:p>
          <a:p>
            <a:pPr marL="514350" indent="-514350">
              <a:buFont typeface="+mj-lt"/>
              <a:buAutoNum type="arabicPeriod"/>
            </a:pPr>
            <a:endParaRPr lang="en-GB" dirty="0"/>
          </a:p>
          <a:p>
            <a:pPr marL="514350" indent="-514350">
              <a:buFont typeface="+mj-lt"/>
              <a:buAutoNum type="arabicPeriod"/>
            </a:pPr>
            <a:endParaRPr lang="da-DK" dirty="0"/>
          </a:p>
        </p:txBody>
      </p:sp>
    </p:spTree>
    <p:extLst>
      <p:ext uri="{BB962C8B-B14F-4D97-AF65-F5344CB8AC3E}">
        <p14:creationId xmlns:p14="http://schemas.microsoft.com/office/powerpoint/2010/main" val="364669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C1C9-C492-DAC7-2341-53832995DDC1}"/>
              </a:ext>
            </a:extLst>
          </p:cNvPr>
          <p:cNvSpPr>
            <a:spLocks noGrp="1"/>
          </p:cNvSpPr>
          <p:nvPr>
            <p:ph type="title"/>
          </p:nvPr>
        </p:nvSpPr>
        <p:spPr/>
        <p:txBody>
          <a:bodyPr/>
          <a:lstStyle/>
          <a:p>
            <a:r>
              <a:rPr lang="en-US" dirty="0"/>
              <a:t>FMU (</a:t>
            </a:r>
            <a:r>
              <a:rPr lang="en-US" dirty="0" err="1"/>
              <a:t>AreaNonFAO</a:t>
            </a:r>
            <a:r>
              <a:rPr lang="en-US" dirty="0"/>
              <a:t>) </a:t>
            </a:r>
            <a:endParaRPr lang="en-GB" dirty="0"/>
          </a:p>
        </p:txBody>
      </p:sp>
      <p:sp>
        <p:nvSpPr>
          <p:cNvPr id="3" name="Content Placeholder 2">
            <a:extLst>
              <a:ext uri="{FF2B5EF4-FFF2-40B4-BE49-F238E27FC236}">
                <a16:creationId xmlns:a16="http://schemas.microsoft.com/office/drawing/2014/main" id="{3D393778-4DA7-B7B8-5D67-ABFF2087319B}"/>
              </a:ext>
            </a:extLst>
          </p:cNvPr>
          <p:cNvSpPr>
            <a:spLocks noGrp="1"/>
          </p:cNvSpPr>
          <p:nvPr>
            <p:ph sz="half" idx="1"/>
          </p:nvPr>
        </p:nvSpPr>
        <p:spPr/>
        <p:txBody>
          <a:bodyPr/>
          <a:lstStyle/>
          <a:p>
            <a:pPr marL="0" indent="0">
              <a:buNone/>
            </a:pPr>
            <a:r>
              <a:rPr lang="da-DK" dirty="0" err="1"/>
              <a:t>We</a:t>
            </a:r>
            <a:r>
              <a:rPr lang="da-DK" dirty="0"/>
              <a:t> </a:t>
            </a:r>
            <a:r>
              <a:rPr lang="da-DK" dirty="0" err="1"/>
              <a:t>need</a:t>
            </a:r>
            <a:r>
              <a:rPr lang="da-DK" dirty="0"/>
              <a:t> the </a:t>
            </a:r>
            <a:r>
              <a:rPr lang="da-DK" dirty="0" err="1"/>
              <a:t>Fisheries</a:t>
            </a:r>
            <a:r>
              <a:rPr lang="da-DK" dirty="0"/>
              <a:t> Management Units (</a:t>
            </a:r>
            <a:r>
              <a:rPr lang="da-DK" dirty="0" err="1"/>
              <a:t>FMU’s</a:t>
            </a:r>
            <a:r>
              <a:rPr lang="da-DK" dirty="0"/>
              <a:t>) in the format, but </a:t>
            </a:r>
            <a:r>
              <a:rPr lang="da-DK" dirty="0" err="1"/>
              <a:t>how</a:t>
            </a:r>
            <a:r>
              <a:rPr lang="da-DK" dirty="0"/>
              <a:t>?</a:t>
            </a:r>
          </a:p>
          <a:p>
            <a:pPr marL="0" indent="0">
              <a:buNone/>
            </a:pPr>
            <a:endParaRPr lang="da-DK" dirty="0"/>
          </a:p>
          <a:p>
            <a:pPr marL="0" indent="0">
              <a:buNone/>
            </a:pPr>
            <a:endParaRPr lang="da-DK" dirty="0"/>
          </a:p>
          <a:p>
            <a:pPr marL="0" indent="0">
              <a:buNone/>
            </a:pPr>
            <a:r>
              <a:rPr lang="da-DK" dirty="0"/>
              <a:t>Present solution:</a:t>
            </a:r>
          </a:p>
          <a:p>
            <a:pPr marL="0" indent="0">
              <a:buNone/>
            </a:pPr>
            <a:endParaRPr lang="da-DK" dirty="0"/>
          </a:p>
          <a:p>
            <a:endParaRPr lang="en-GB" dirty="0"/>
          </a:p>
        </p:txBody>
      </p:sp>
      <p:pic>
        <p:nvPicPr>
          <p:cNvPr id="8" name="Content Placeholder 7">
            <a:extLst>
              <a:ext uri="{FF2B5EF4-FFF2-40B4-BE49-F238E27FC236}">
                <a16:creationId xmlns:a16="http://schemas.microsoft.com/office/drawing/2014/main" id="{55DF8FA0-CAE5-A625-9B45-486D8726B02E}"/>
              </a:ext>
            </a:extLst>
          </p:cNvPr>
          <p:cNvPicPr>
            <a:picLocks noGrp="1" noChangeAspect="1"/>
          </p:cNvPicPr>
          <p:nvPr>
            <p:ph sz="half" idx="2"/>
          </p:nvPr>
        </p:nvPicPr>
        <p:blipFill>
          <a:blip r:embed="rId2"/>
          <a:stretch>
            <a:fillRect/>
          </a:stretch>
        </p:blipFill>
        <p:spPr>
          <a:xfrm>
            <a:off x="6875788" y="2230870"/>
            <a:ext cx="2491956" cy="1844200"/>
          </a:xfrm>
          <a:prstGeom prst="rect">
            <a:avLst/>
          </a:prstGeom>
        </p:spPr>
      </p:pic>
      <p:pic>
        <p:nvPicPr>
          <p:cNvPr id="10" name="Picture 9">
            <a:extLst>
              <a:ext uri="{FF2B5EF4-FFF2-40B4-BE49-F238E27FC236}">
                <a16:creationId xmlns:a16="http://schemas.microsoft.com/office/drawing/2014/main" id="{4CE7E50F-7153-84CF-A2B1-198F37C9D330}"/>
              </a:ext>
            </a:extLst>
          </p:cNvPr>
          <p:cNvPicPr>
            <a:picLocks noChangeAspect="1"/>
          </p:cNvPicPr>
          <p:nvPr/>
        </p:nvPicPr>
        <p:blipFill>
          <a:blip r:embed="rId3"/>
          <a:stretch>
            <a:fillRect/>
          </a:stretch>
        </p:blipFill>
        <p:spPr>
          <a:xfrm>
            <a:off x="8522883" y="3804762"/>
            <a:ext cx="2004234" cy="1432684"/>
          </a:xfrm>
          <a:prstGeom prst="rect">
            <a:avLst/>
          </a:prstGeom>
        </p:spPr>
      </p:pic>
      <p:sp>
        <p:nvSpPr>
          <p:cNvPr id="11" name="Footer Placeholder 10">
            <a:extLst>
              <a:ext uri="{FF2B5EF4-FFF2-40B4-BE49-F238E27FC236}">
                <a16:creationId xmlns:a16="http://schemas.microsoft.com/office/drawing/2014/main" id="{B8E30708-84A6-14C6-3F51-28890DA4E424}"/>
              </a:ext>
            </a:extLst>
          </p:cNvPr>
          <p:cNvSpPr>
            <a:spLocks noGrp="1"/>
          </p:cNvSpPr>
          <p:nvPr>
            <p:ph type="ftr" sz="quarter" idx="11"/>
          </p:nvPr>
        </p:nvSpPr>
        <p:spPr>
          <a:xfrm>
            <a:off x="838200" y="6356350"/>
            <a:ext cx="10515600" cy="365125"/>
          </a:xfrm>
        </p:spPr>
        <p:txBody>
          <a:bodyPr/>
          <a:lstStyle/>
          <a:p>
            <a:r>
              <a:rPr lang="en-GB" dirty="0"/>
              <a:t>https://www.researchgate.net/figure/Nephrops-UWTV-survey-coverage-in-2019-FU-Functional-Unit-GSA-Geographical-Sub-Area_fig1_351904143 &amp; https://www.fao.org/fishery/area/fao:27/en</a:t>
            </a:r>
          </a:p>
        </p:txBody>
      </p:sp>
      <p:graphicFrame>
        <p:nvGraphicFramePr>
          <p:cNvPr id="14" name="Table 13">
            <a:extLst>
              <a:ext uri="{FF2B5EF4-FFF2-40B4-BE49-F238E27FC236}">
                <a16:creationId xmlns:a16="http://schemas.microsoft.com/office/drawing/2014/main" id="{D5CCFFF6-2792-9A81-7781-5E0B0C0F144B}"/>
              </a:ext>
            </a:extLst>
          </p:cNvPr>
          <p:cNvGraphicFramePr>
            <a:graphicFrameLocks noGrp="1"/>
          </p:cNvGraphicFramePr>
          <p:nvPr>
            <p:extLst>
              <p:ext uri="{D42A27DB-BD31-4B8C-83A1-F6EECF244321}">
                <p14:modId xmlns:p14="http://schemas.microsoft.com/office/powerpoint/2010/main" val="2044841143"/>
              </p:ext>
            </p:extLst>
          </p:nvPr>
        </p:nvGraphicFramePr>
        <p:xfrm>
          <a:off x="949968" y="4521104"/>
          <a:ext cx="5854700" cy="96012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1730033335"/>
                    </a:ext>
                  </a:extLst>
                </a:gridCol>
                <a:gridCol w="787400">
                  <a:extLst>
                    <a:ext uri="{9D8B030D-6E8A-4147-A177-3AD203B41FA5}">
                      <a16:colId xmlns:a16="http://schemas.microsoft.com/office/drawing/2014/main" val="3620398480"/>
                    </a:ext>
                  </a:extLst>
                </a:gridCol>
                <a:gridCol w="1955800">
                  <a:extLst>
                    <a:ext uri="{9D8B030D-6E8A-4147-A177-3AD203B41FA5}">
                      <a16:colId xmlns:a16="http://schemas.microsoft.com/office/drawing/2014/main" val="25755527"/>
                    </a:ext>
                  </a:extLst>
                </a:gridCol>
                <a:gridCol w="2120900">
                  <a:extLst>
                    <a:ext uri="{9D8B030D-6E8A-4147-A177-3AD203B41FA5}">
                      <a16:colId xmlns:a16="http://schemas.microsoft.com/office/drawing/2014/main" val="3368844507"/>
                    </a:ext>
                  </a:extLst>
                </a:gridCol>
              </a:tblGrid>
              <a:tr h="228600">
                <a:tc>
                  <a:txBody>
                    <a:bodyPr/>
                    <a:lstStyle/>
                    <a:p>
                      <a:pPr algn="l" fontAlgn="b">
                        <a:buNone/>
                      </a:pPr>
                      <a:r>
                        <a:rPr lang="en-GB" sz="1400" u="none" strike="noStrike">
                          <a:effectLst/>
                        </a:rPr>
                        <a:t>stock</a:t>
                      </a:r>
                      <a:endParaRPr lang="en-GB"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400" u="none" strike="noStrike">
                          <a:effectLst/>
                        </a:rPr>
                        <a:t>areaType</a:t>
                      </a:r>
                      <a:endParaRPr lang="en-GB"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400" u="none" strike="noStrike">
                          <a:effectLst/>
                        </a:rPr>
                        <a:t>areaValue</a:t>
                      </a:r>
                      <a:endParaRPr lang="en-GB"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400" u="none" strike="noStrike">
                          <a:effectLst/>
                        </a:rPr>
                        <a:t>fisheriesManagementUnit</a:t>
                      </a:r>
                      <a:endParaRPr lang="en-GB"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10987125"/>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27.7.f</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FU.20-21</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91240529"/>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27.7.g</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FU.20-21</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3082139"/>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27.7.h</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FU.20-21</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48931225"/>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27.7.j</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dirty="0">
                          <a:effectLst/>
                        </a:rPr>
                        <a:t>FU.20-21</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56426679"/>
                  </a:ext>
                </a:extLst>
              </a:tr>
            </a:tbl>
          </a:graphicData>
        </a:graphic>
      </p:graphicFrame>
    </p:spTree>
    <p:extLst>
      <p:ext uri="{BB962C8B-B14F-4D97-AF65-F5344CB8AC3E}">
        <p14:creationId xmlns:p14="http://schemas.microsoft.com/office/powerpoint/2010/main" val="2967763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6869-C5D6-EAF2-03DA-CE5D6DD2CE7C}"/>
              </a:ext>
            </a:extLst>
          </p:cNvPr>
          <p:cNvSpPr>
            <a:spLocks noGrp="1"/>
          </p:cNvSpPr>
          <p:nvPr>
            <p:ph type="title"/>
          </p:nvPr>
        </p:nvSpPr>
        <p:spPr/>
        <p:txBody>
          <a:bodyPr/>
          <a:lstStyle/>
          <a:p>
            <a:r>
              <a:rPr lang="en-US" dirty="0"/>
              <a:t>FMU (</a:t>
            </a:r>
            <a:r>
              <a:rPr lang="en-US" dirty="0" err="1"/>
              <a:t>AreaNonFAO</a:t>
            </a:r>
            <a:r>
              <a:rPr lang="en-US" dirty="0"/>
              <a:t>)</a:t>
            </a:r>
            <a:br>
              <a:rPr lang="en-US" dirty="0"/>
            </a:br>
            <a:r>
              <a:rPr lang="en-US" sz="2000" dirty="0"/>
              <a:t>- Highly relevant for pil.27.8c9a</a:t>
            </a:r>
          </a:p>
        </p:txBody>
      </p:sp>
      <p:sp>
        <p:nvSpPr>
          <p:cNvPr id="3" name="Content Placeholder 2">
            <a:extLst>
              <a:ext uri="{FF2B5EF4-FFF2-40B4-BE49-F238E27FC236}">
                <a16:creationId xmlns:a16="http://schemas.microsoft.com/office/drawing/2014/main" id="{06C9C788-60A6-6814-B58B-3CAE5E3A8C96}"/>
              </a:ext>
            </a:extLst>
          </p:cNvPr>
          <p:cNvSpPr>
            <a:spLocks noGrp="1"/>
          </p:cNvSpPr>
          <p:nvPr>
            <p:ph idx="1"/>
          </p:nvPr>
        </p:nvSpPr>
        <p:spPr/>
        <p:txBody>
          <a:bodyPr>
            <a:normAutofit fontScale="70000" lnSpcReduction="20000"/>
          </a:bodyPr>
          <a:lstStyle/>
          <a:p>
            <a:pPr marL="0" indent="0">
              <a:buNone/>
            </a:pPr>
            <a:r>
              <a:rPr lang="en-US" b="1" dirty="0"/>
              <a:t>Both </a:t>
            </a:r>
            <a:r>
              <a:rPr lang="en-US" b="1" dirty="0" err="1"/>
              <a:t>areaType</a:t>
            </a:r>
            <a:r>
              <a:rPr lang="en-US" b="1" dirty="0"/>
              <a:t> and FMU in CN and EN</a:t>
            </a:r>
          </a:p>
          <a:p>
            <a:r>
              <a:rPr lang="en-US" dirty="0"/>
              <a:t>Not that nice, since we need to declare all the associated FAO areas for a FMU in both CN and EN</a:t>
            </a:r>
          </a:p>
          <a:p>
            <a:r>
              <a:rPr lang="en-US" dirty="0"/>
              <a:t>Effort becomes stock specific by introducing FMU’s in EN</a:t>
            </a:r>
          </a:p>
          <a:p>
            <a:r>
              <a:rPr lang="en-US" dirty="0"/>
              <a:t>We have working groups where stock specific FMU’s are overlapping, so the present solution won’t work for these stocks</a:t>
            </a:r>
          </a:p>
          <a:p>
            <a:pPr marL="0" indent="0">
              <a:buNone/>
            </a:pPr>
            <a:r>
              <a:rPr lang="en-US" b="1" dirty="0"/>
              <a:t>FMU as an </a:t>
            </a:r>
            <a:r>
              <a:rPr lang="en-US" b="1" dirty="0" err="1"/>
              <a:t>areaType</a:t>
            </a:r>
            <a:r>
              <a:rPr lang="en-US" b="1" dirty="0"/>
              <a:t> (like IC today)</a:t>
            </a:r>
          </a:p>
          <a:p>
            <a:r>
              <a:rPr lang="en-US" dirty="0"/>
              <a:t>Effort becomes stock specific</a:t>
            </a:r>
          </a:p>
          <a:p>
            <a:r>
              <a:rPr lang="en-US" dirty="0"/>
              <a:t>CEF.EN tables will potentially hold a lot of overlapping data within an area, but the SC will only see effort from the areas relevant (combination of FMU’s and ICES areas)</a:t>
            </a:r>
          </a:p>
          <a:p>
            <a:pPr marL="0" indent="0">
              <a:buNone/>
            </a:pPr>
            <a:r>
              <a:rPr lang="en-US" b="1" dirty="0"/>
              <a:t>FMU in CN, but not in EN</a:t>
            </a:r>
          </a:p>
          <a:p>
            <a:r>
              <a:rPr lang="en-US" dirty="0"/>
              <a:t>EN is not stock specific</a:t>
            </a:r>
          </a:p>
          <a:p>
            <a:r>
              <a:rPr lang="en-US" dirty="0"/>
              <a:t>We would need </a:t>
            </a:r>
            <a:r>
              <a:rPr lang="en-US" dirty="0" err="1"/>
              <a:t>ICESArea</a:t>
            </a:r>
            <a:r>
              <a:rPr lang="en-US" dirty="0"/>
              <a:t> to link between CN and EN, so still a need for declaring all the associated FAO areas for a FMU in CN</a:t>
            </a:r>
          </a:p>
        </p:txBody>
      </p:sp>
    </p:spTree>
    <p:extLst>
      <p:ext uri="{BB962C8B-B14F-4D97-AF65-F5344CB8AC3E}">
        <p14:creationId xmlns:p14="http://schemas.microsoft.com/office/powerpoint/2010/main" val="2491420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ABC37D-760E-2117-74A7-0C866BFC8B19}"/>
              </a:ext>
            </a:extLst>
          </p:cNvPr>
          <p:cNvSpPr>
            <a:spLocks noGrp="1"/>
          </p:cNvSpPr>
          <p:nvPr>
            <p:ph type="title"/>
          </p:nvPr>
        </p:nvSpPr>
        <p:spPr/>
        <p:txBody>
          <a:bodyPr/>
          <a:lstStyle/>
          <a:p>
            <a:r>
              <a:rPr lang="en-US" dirty="0"/>
              <a:t>Overlapping FMU within a WG</a:t>
            </a:r>
            <a:br>
              <a:rPr lang="en-US" dirty="0"/>
            </a:br>
            <a:r>
              <a:rPr lang="en-US" sz="2000" dirty="0"/>
              <a:t>(This may be a very hypothetically, since we don’t provide effort to HAWG)</a:t>
            </a:r>
            <a:endParaRPr lang="en-US" dirty="0"/>
          </a:p>
        </p:txBody>
      </p:sp>
      <p:pic>
        <p:nvPicPr>
          <p:cNvPr id="9" name="Billede1" descr="Ein Bild, das Karte enthält.&#10;&#10;Automatisch generierte Beschreibung">
            <a:extLst>
              <a:ext uri="{FF2B5EF4-FFF2-40B4-BE49-F238E27FC236}">
                <a16:creationId xmlns:a16="http://schemas.microsoft.com/office/drawing/2014/main" id="{DBBF55AB-159F-8567-B054-5B4AFDD4D40A}"/>
              </a:ext>
            </a:extLst>
          </p:cNvPr>
          <p:cNvPicPr>
            <a:picLocks noGrp="1" noChangeAspect="1"/>
          </p:cNvPicPr>
          <p:nvPr>
            <p:ph sz="half" idx="2"/>
          </p:nvPr>
        </p:nvPicPr>
        <p:blipFill>
          <a:blip r:embed="rId2"/>
          <a:stretch>
            <a:fillRect/>
          </a:stretch>
        </p:blipFill>
        <p:spPr bwMode="auto">
          <a:xfrm>
            <a:off x="6477000" y="1858688"/>
            <a:ext cx="4572000" cy="4285211"/>
          </a:xfrm>
          <a:prstGeom prst="rect">
            <a:avLst/>
          </a:prstGeom>
        </p:spPr>
      </p:pic>
      <p:pic>
        <p:nvPicPr>
          <p:cNvPr id="10" name="Content Placeholder 9">
            <a:extLst>
              <a:ext uri="{FF2B5EF4-FFF2-40B4-BE49-F238E27FC236}">
                <a16:creationId xmlns:a16="http://schemas.microsoft.com/office/drawing/2014/main" id="{FB04C6BE-70F6-AA69-EEEC-F4B24C37EE75}"/>
              </a:ext>
            </a:extLst>
          </p:cNvPr>
          <p:cNvPicPr>
            <a:picLocks noGrp="1" noChangeAspect="1"/>
          </p:cNvPicPr>
          <p:nvPr>
            <p:ph sz="half" idx="1"/>
          </p:nvPr>
        </p:nvPicPr>
        <p:blipFill>
          <a:blip r:embed="rId3"/>
          <a:stretch>
            <a:fillRect/>
          </a:stretch>
        </p:blipFill>
        <p:spPr>
          <a:xfrm>
            <a:off x="1206320" y="1825625"/>
            <a:ext cx="4445360" cy="4351338"/>
          </a:xfrm>
          <a:prstGeom prst="rect">
            <a:avLst/>
          </a:prstGeom>
        </p:spPr>
      </p:pic>
    </p:spTree>
    <p:extLst>
      <p:ext uri="{BB962C8B-B14F-4D97-AF65-F5344CB8AC3E}">
        <p14:creationId xmlns:p14="http://schemas.microsoft.com/office/powerpoint/2010/main" val="2066814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E875E5-0022-D9DD-7288-B0CD8CFE531D}"/>
              </a:ext>
            </a:extLst>
          </p:cNvPr>
          <p:cNvSpPr>
            <a:spLocks noGrp="1"/>
          </p:cNvSpPr>
          <p:nvPr>
            <p:ph type="title"/>
          </p:nvPr>
        </p:nvSpPr>
        <p:spPr/>
        <p:txBody>
          <a:bodyPr/>
          <a:lstStyle/>
          <a:p>
            <a:r>
              <a:rPr lang="da-DK" dirty="0" err="1"/>
              <a:t>What</a:t>
            </a:r>
            <a:r>
              <a:rPr lang="da-DK" dirty="0"/>
              <a:t> data do </a:t>
            </a:r>
            <a:r>
              <a:rPr lang="da-DK" dirty="0" err="1"/>
              <a:t>you</a:t>
            </a:r>
            <a:r>
              <a:rPr lang="da-DK" dirty="0"/>
              <a:t> </a:t>
            </a:r>
            <a:r>
              <a:rPr lang="da-DK" dirty="0" err="1"/>
              <a:t>get</a:t>
            </a:r>
            <a:r>
              <a:rPr lang="da-DK" dirty="0"/>
              <a:t> as a SC</a:t>
            </a:r>
            <a:endParaRPr lang="en-GB" dirty="0"/>
          </a:p>
        </p:txBody>
      </p:sp>
      <p:sp>
        <p:nvSpPr>
          <p:cNvPr id="6" name="Content Placeholder 5">
            <a:extLst>
              <a:ext uri="{FF2B5EF4-FFF2-40B4-BE49-F238E27FC236}">
                <a16:creationId xmlns:a16="http://schemas.microsoft.com/office/drawing/2014/main" id="{F65A6D7B-89F2-524D-8B96-DE4E33BD15A6}"/>
              </a:ext>
            </a:extLst>
          </p:cNvPr>
          <p:cNvSpPr>
            <a:spLocks noGrp="1"/>
          </p:cNvSpPr>
          <p:nvPr>
            <p:ph idx="1"/>
          </p:nvPr>
        </p:nvSpPr>
        <p:spPr/>
        <p:txBody>
          <a:bodyPr/>
          <a:lstStyle/>
          <a:p>
            <a:r>
              <a:rPr lang="da-DK" dirty="0"/>
              <a:t>CEF.CN, CEF.DN and CEF.SN – </a:t>
            </a:r>
            <a:r>
              <a:rPr lang="da-DK" dirty="0" err="1"/>
              <a:t>stock</a:t>
            </a:r>
            <a:r>
              <a:rPr lang="da-DK" dirty="0"/>
              <a:t> </a:t>
            </a:r>
            <a:r>
              <a:rPr lang="da-DK" dirty="0" err="1"/>
              <a:t>specific</a:t>
            </a:r>
            <a:endParaRPr lang="da-DK" dirty="0"/>
          </a:p>
          <a:p>
            <a:r>
              <a:rPr lang="da-DK" dirty="0"/>
              <a:t>CEF.EN – </a:t>
            </a:r>
            <a:r>
              <a:rPr lang="da-DK" dirty="0" err="1"/>
              <a:t>areas</a:t>
            </a:r>
            <a:r>
              <a:rPr lang="da-DK" dirty="0"/>
              <a:t> </a:t>
            </a:r>
            <a:r>
              <a:rPr lang="da-DK" dirty="0" err="1"/>
              <a:t>covered</a:t>
            </a:r>
            <a:r>
              <a:rPr lang="da-DK" dirty="0"/>
              <a:t> by the </a:t>
            </a:r>
            <a:r>
              <a:rPr lang="da-DK" dirty="0" err="1"/>
              <a:t>stock</a:t>
            </a:r>
            <a:r>
              <a:rPr lang="da-DK" dirty="0"/>
              <a:t> (</a:t>
            </a:r>
            <a:r>
              <a:rPr lang="da-DK" dirty="0" err="1"/>
              <a:t>combination</a:t>
            </a:r>
            <a:r>
              <a:rPr lang="da-DK" dirty="0"/>
              <a:t> of </a:t>
            </a:r>
            <a:r>
              <a:rPr lang="da-DK" dirty="0" err="1"/>
              <a:t>FMU’s</a:t>
            </a:r>
            <a:r>
              <a:rPr lang="da-DK" dirty="0"/>
              <a:t> and ICES </a:t>
            </a:r>
            <a:r>
              <a:rPr lang="da-DK" dirty="0" err="1"/>
              <a:t>areas</a:t>
            </a:r>
            <a:r>
              <a:rPr lang="da-DK" dirty="0"/>
              <a:t>)</a:t>
            </a:r>
          </a:p>
        </p:txBody>
      </p:sp>
    </p:spTree>
    <p:extLst>
      <p:ext uri="{BB962C8B-B14F-4D97-AF65-F5344CB8AC3E}">
        <p14:creationId xmlns:p14="http://schemas.microsoft.com/office/powerpoint/2010/main" val="3464861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55F1B-2A58-D293-631A-CDFE8388D383}"/>
              </a:ext>
            </a:extLst>
          </p:cNvPr>
          <p:cNvSpPr>
            <a:spLocks noGrp="1"/>
          </p:cNvSpPr>
          <p:nvPr>
            <p:ph type="title"/>
          </p:nvPr>
        </p:nvSpPr>
        <p:spPr/>
        <p:txBody>
          <a:bodyPr/>
          <a:lstStyle/>
          <a:p>
            <a:r>
              <a:rPr lang="da-DK" dirty="0"/>
              <a:t>Do </a:t>
            </a:r>
            <a:r>
              <a:rPr lang="da-DK" dirty="0" err="1"/>
              <a:t>anyone</a:t>
            </a:r>
            <a:r>
              <a:rPr lang="da-DK" dirty="0"/>
              <a:t> </a:t>
            </a:r>
            <a:r>
              <a:rPr lang="da-DK" dirty="0" err="1"/>
              <a:t>use</a:t>
            </a:r>
            <a:r>
              <a:rPr lang="da-DK" dirty="0"/>
              <a:t> </a:t>
            </a:r>
            <a:r>
              <a:rPr lang="da-DK" dirty="0" err="1"/>
              <a:t>effort</a:t>
            </a:r>
            <a:r>
              <a:rPr lang="da-DK" dirty="0"/>
              <a:t> in the model?</a:t>
            </a:r>
            <a:endParaRPr lang="en-GB" dirty="0"/>
          </a:p>
        </p:txBody>
      </p:sp>
      <p:graphicFrame>
        <p:nvGraphicFramePr>
          <p:cNvPr id="6" name="Content Placeholder 5">
            <a:extLst>
              <a:ext uri="{FF2B5EF4-FFF2-40B4-BE49-F238E27FC236}">
                <a16:creationId xmlns:a16="http://schemas.microsoft.com/office/drawing/2014/main" id="{1D80372B-7A23-5B13-9267-4599BEBB9052}"/>
              </a:ext>
            </a:extLst>
          </p:cNvPr>
          <p:cNvGraphicFramePr>
            <a:graphicFrameLocks noGrp="1"/>
          </p:cNvGraphicFramePr>
          <p:nvPr>
            <p:ph idx="1"/>
            <p:extLst>
              <p:ext uri="{D42A27DB-BD31-4B8C-83A1-F6EECF244321}">
                <p14:modId xmlns:p14="http://schemas.microsoft.com/office/powerpoint/2010/main" val="3749601605"/>
              </p:ext>
            </p:extLst>
          </p:nvPr>
        </p:nvGraphicFramePr>
        <p:xfrm>
          <a:off x="838200" y="1825625"/>
          <a:ext cx="10515597" cy="55626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03959848"/>
                    </a:ext>
                  </a:extLst>
                </a:gridCol>
                <a:gridCol w="3505199">
                  <a:extLst>
                    <a:ext uri="{9D8B030D-6E8A-4147-A177-3AD203B41FA5}">
                      <a16:colId xmlns:a16="http://schemas.microsoft.com/office/drawing/2014/main" val="610872512"/>
                    </a:ext>
                  </a:extLst>
                </a:gridCol>
                <a:gridCol w="3505199">
                  <a:extLst>
                    <a:ext uri="{9D8B030D-6E8A-4147-A177-3AD203B41FA5}">
                      <a16:colId xmlns:a16="http://schemas.microsoft.com/office/drawing/2014/main" val="1185955206"/>
                    </a:ext>
                  </a:extLst>
                </a:gridCol>
              </a:tblGrid>
              <a:tr h="370840">
                <a:tc>
                  <a:txBody>
                    <a:bodyPr/>
                    <a:lstStyle/>
                    <a:p>
                      <a:r>
                        <a:rPr lang="da-DK" dirty="0"/>
                        <a:t>Stock</a:t>
                      </a:r>
                      <a:endParaRPr lang="en-GB" dirty="0"/>
                    </a:p>
                  </a:txBody>
                  <a:tcPr/>
                </a:tc>
                <a:tc>
                  <a:txBody>
                    <a:bodyPr/>
                    <a:lstStyle/>
                    <a:p>
                      <a:r>
                        <a:rPr lang="da-DK" dirty="0" err="1"/>
                        <a:t>Selected</a:t>
                      </a:r>
                      <a:r>
                        <a:rPr lang="da-DK" dirty="0"/>
                        <a:t> </a:t>
                      </a:r>
                      <a:r>
                        <a:rPr lang="da-DK" dirty="0" err="1"/>
                        <a:t>stock</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Use</a:t>
                      </a:r>
                      <a:r>
                        <a:rPr lang="da-DK" dirty="0"/>
                        <a:t> </a:t>
                      </a:r>
                      <a:r>
                        <a:rPr lang="da-DK" dirty="0" err="1"/>
                        <a:t>effort</a:t>
                      </a:r>
                      <a:r>
                        <a:rPr lang="en-GB" dirty="0"/>
                        <a:t> in the model?</a:t>
                      </a:r>
                    </a:p>
                  </a:txBody>
                  <a:tcPr/>
                </a:tc>
                <a:extLst>
                  <a:ext uri="{0D108BD9-81ED-4DB2-BD59-A6C34878D82A}">
                    <a16:rowId xmlns:a16="http://schemas.microsoft.com/office/drawing/2014/main" val="3140963263"/>
                  </a:ext>
                </a:extLst>
              </a:tr>
              <a:tr h="370840">
                <a:tc>
                  <a:txBody>
                    <a:bodyPr/>
                    <a:lstStyle/>
                    <a:p>
                      <a:r>
                        <a:rPr lang="da-DK" dirty="0"/>
                        <a:t>Her.27.20-24</a:t>
                      </a:r>
                      <a:endParaRPr lang="en-GB" dirty="0"/>
                    </a:p>
                  </a:txBody>
                  <a:tcPr/>
                </a:tc>
                <a:tc>
                  <a:txBody>
                    <a:bodyPr/>
                    <a:lstStyle/>
                    <a:p>
                      <a:r>
                        <a:rPr lang="da-DK" dirty="0"/>
                        <a:t>N</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3605122790"/>
                  </a:ext>
                </a:extLst>
              </a:tr>
              <a:tr h="370840">
                <a:tc>
                  <a:txBody>
                    <a:bodyPr/>
                    <a:lstStyle/>
                    <a:p>
                      <a:r>
                        <a:rPr lang="da-DK" dirty="0"/>
                        <a:t>San.27.</a:t>
                      </a:r>
                      <a:endParaRPr lang="en-GB" dirty="0"/>
                    </a:p>
                  </a:txBody>
                  <a:tcPr/>
                </a:tc>
                <a:tc>
                  <a:txBody>
                    <a:bodyPr/>
                    <a:lstStyle/>
                    <a:p>
                      <a:r>
                        <a:rPr lang="da-DK" dirty="0"/>
                        <a:t>N</a:t>
                      </a:r>
                      <a:endParaRPr lang="en-GB" dirty="0"/>
                    </a:p>
                  </a:txBody>
                  <a:tcPr/>
                </a:tc>
                <a:tc>
                  <a:txBody>
                    <a:bodyPr/>
                    <a:lstStyle/>
                    <a:p>
                      <a:r>
                        <a:rPr lang="da-DK" dirty="0"/>
                        <a:t>Y</a:t>
                      </a:r>
                      <a:endParaRPr lang="en-GB" dirty="0"/>
                    </a:p>
                  </a:txBody>
                  <a:tcPr/>
                </a:tc>
                <a:extLst>
                  <a:ext uri="{0D108BD9-81ED-4DB2-BD59-A6C34878D82A}">
                    <a16:rowId xmlns:a16="http://schemas.microsoft.com/office/drawing/2014/main" val="1609375425"/>
                  </a:ext>
                </a:extLst>
              </a:tr>
              <a:tr h="370840">
                <a:tc>
                  <a:txBody>
                    <a:bodyPr/>
                    <a:lstStyle/>
                    <a:p>
                      <a:r>
                        <a:rPr lang="da-DK" dirty="0"/>
                        <a:t>Spr.27.3a4</a:t>
                      </a:r>
                      <a:endParaRPr lang="en-GB" dirty="0"/>
                    </a:p>
                  </a:txBody>
                  <a:tcPr/>
                </a:tc>
                <a:tc>
                  <a:txBody>
                    <a:bodyPr/>
                    <a:lstStyle/>
                    <a:p>
                      <a:r>
                        <a:rPr lang="da-DK" dirty="0"/>
                        <a:t>N</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3721377429"/>
                  </a:ext>
                </a:extLst>
              </a:tr>
              <a:tr h="370840">
                <a:tc>
                  <a:txBody>
                    <a:bodyPr/>
                    <a:lstStyle/>
                    <a:p>
                      <a:r>
                        <a:rPr lang="da-DK" dirty="0"/>
                        <a:t>Sol.27.7fg</a:t>
                      </a:r>
                      <a:endParaRPr lang="en-GB" dirty="0"/>
                    </a:p>
                  </a:txBody>
                  <a:tcPr/>
                </a:tc>
                <a:tc>
                  <a:txBody>
                    <a:bodyPr/>
                    <a:lstStyle/>
                    <a:p>
                      <a:r>
                        <a:rPr lang="da-DK" dirty="0"/>
                        <a:t>Y</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3738663831"/>
                  </a:ext>
                </a:extLst>
              </a:tr>
              <a:tr h="370840">
                <a:tc>
                  <a:txBody>
                    <a:bodyPr/>
                    <a:lstStyle/>
                    <a:p>
                      <a:r>
                        <a:rPr lang="da-DK" dirty="0"/>
                        <a:t>Bll.27</a:t>
                      </a:r>
                      <a:endParaRPr lang="en-GB" dirty="0"/>
                    </a:p>
                  </a:txBody>
                  <a:tcPr/>
                </a:tc>
                <a:tc>
                  <a:txBody>
                    <a:bodyPr/>
                    <a:lstStyle/>
                    <a:p>
                      <a:r>
                        <a:rPr lang="da-DK" dirty="0"/>
                        <a:t>Y</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2833158508"/>
                  </a:ext>
                </a:extLst>
              </a:tr>
              <a:tr h="370840">
                <a:tc>
                  <a:txBody>
                    <a:bodyPr/>
                    <a:lstStyle/>
                    <a:p>
                      <a:r>
                        <a:rPr lang="da-DK" dirty="0"/>
                        <a:t>Pil.</a:t>
                      </a:r>
                      <a:endParaRPr lang="en-GB" dirty="0"/>
                    </a:p>
                  </a:txBody>
                  <a:tcPr/>
                </a:tc>
                <a:tc>
                  <a:txBody>
                    <a:bodyPr/>
                    <a:lstStyle/>
                    <a:p>
                      <a:r>
                        <a:rPr lang="da-DK" dirty="0"/>
                        <a:t>Y</a:t>
                      </a:r>
                      <a:endParaRPr lang="en-GB" dirty="0"/>
                    </a:p>
                  </a:txBody>
                  <a:tcPr/>
                </a:tc>
                <a:tc>
                  <a:txBody>
                    <a:bodyPr/>
                    <a:lstStyle/>
                    <a:p>
                      <a:r>
                        <a:rPr lang="da-DK"/>
                        <a:t>N</a:t>
                      </a:r>
                      <a:endParaRPr lang="en-GB" dirty="0"/>
                    </a:p>
                  </a:txBody>
                  <a:tcPr/>
                </a:tc>
                <a:extLst>
                  <a:ext uri="{0D108BD9-81ED-4DB2-BD59-A6C34878D82A}">
                    <a16:rowId xmlns:a16="http://schemas.microsoft.com/office/drawing/2014/main" val="2848660307"/>
                  </a:ext>
                </a:extLst>
              </a:tr>
              <a:tr h="370840">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42961899"/>
                  </a:ext>
                </a:extLst>
              </a:tr>
              <a:tr h="370840">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463334466"/>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697290506"/>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377186271"/>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894138818"/>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420912299"/>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998687486"/>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269662250"/>
                  </a:ext>
                </a:extLst>
              </a:tr>
            </a:tbl>
          </a:graphicData>
        </a:graphic>
      </p:graphicFrame>
    </p:spTree>
    <p:extLst>
      <p:ext uri="{BB962C8B-B14F-4D97-AF65-F5344CB8AC3E}">
        <p14:creationId xmlns:p14="http://schemas.microsoft.com/office/powerpoint/2010/main" val="4166641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00C3-3357-D107-EFBA-AE47CC65D106}"/>
              </a:ext>
            </a:extLst>
          </p:cNvPr>
          <p:cNvSpPr>
            <a:spLocks noGrp="1"/>
          </p:cNvSpPr>
          <p:nvPr>
            <p:ph type="title"/>
          </p:nvPr>
        </p:nvSpPr>
        <p:spPr/>
        <p:txBody>
          <a:bodyPr/>
          <a:lstStyle/>
          <a:p>
            <a:r>
              <a:rPr lang="en-US" dirty="0"/>
              <a:t>Fleets</a:t>
            </a:r>
          </a:p>
        </p:txBody>
      </p:sp>
      <p:sp>
        <p:nvSpPr>
          <p:cNvPr id="5" name="Content Placeholder 4">
            <a:extLst>
              <a:ext uri="{FF2B5EF4-FFF2-40B4-BE49-F238E27FC236}">
                <a16:creationId xmlns:a16="http://schemas.microsoft.com/office/drawing/2014/main" id="{3C011827-7DF1-DC31-4700-99DA9C4C787C}"/>
              </a:ext>
            </a:extLst>
          </p:cNvPr>
          <p:cNvSpPr>
            <a:spLocks noGrp="1"/>
          </p:cNvSpPr>
          <p:nvPr>
            <p:ph sz="half" idx="2"/>
          </p:nvPr>
        </p:nvSpPr>
        <p:spPr/>
        <p:txBody>
          <a:bodyPr>
            <a:normAutofit fontScale="77500" lnSpcReduction="20000"/>
          </a:bodyPr>
          <a:lstStyle/>
          <a:p>
            <a:pPr marL="0" indent="0">
              <a:buNone/>
            </a:pPr>
            <a:r>
              <a:rPr lang="en-US" dirty="0"/>
              <a:t>A lot of poorly documented IC fleets, fleets that looks like métiers, but aren't, and uncertainty on what different institutes are including in specific fleets</a:t>
            </a:r>
          </a:p>
          <a:p>
            <a:pPr marL="0" indent="0">
              <a:buNone/>
            </a:pPr>
            <a:endParaRPr lang="en-US" dirty="0"/>
          </a:p>
          <a:p>
            <a:pPr marL="0" indent="0">
              <a:buNone/>
            </a:pPr>
            <a:r>
              <a:rPr lang="en-US" dirty="0"/>
              <a:t>So, a new fleet code list is needed, ….</a:t>
            </a:r>
          </a:p>
          <a:p>
            <a:pPr marL="0" indent="0">
              <a:buNone/>
            </a:pPr>
            <a:endParaRPr lang="en-US" dirty="0"/>
          </a:p>
          <a:p>
            <a:pPr marL="0" indent="0">
              <a:buNone/>
            </a:pPr>
            <a:r>
              <a:rPr lang="en-US" dirty="0"/>
              <a:t>A meeting will be organized in 2026 with representatives from the 9 stocks, ICES, WGRDBES-</a:t>
            </a:r>
            <a:r>
              <a:rPr lang="en-US" dirty="0" err="1"/>
              <a:t>stockCoord</a:t>
            </a:r>
            <a:r>
              <a:rPr lang="en-US" dirty="0"/>
              <a:t>, WGCATCH and MIXFISH, so we can find a way to make this transparent for the future</a:t>
            </a:r>
          </a:p>
          <a:p>
            <a:pPr marL="0" indent="0">
              <a:buNone/>
            </a:pPr>
            <a:r>
              <a:rPr lang="en-US" dirty="0"/>
              <a:t>(The future solution can lead to changes in the format)</a:t>
            </a:r>
          </a:p>
        </p:txBody>
      </p:sp>
      <p:pic>
        <p:nvPicPr>
          <p:cNvPr id="6" name="Content Placeholder 25">
            <a:extLst>
              <a:ext uri="{FF2B5EF4-FFF2-40B4-BE49-F238E27FC236}">
                <a16:creationId xmlns:a16="http://schemas.microsoft.com/office/drawing/2014/main" id="{A7F66E1D-A328-4FEB-957D-C0D5A8A98BCE}"/>
              </a:ext>
            </a:extLst>
          </p:cNvPr>
          <p:cNvPicPr>
            <a:picLocks noGrp="1" noChangeAspect="1"/>
          </p:cNvPicPr>
          <p:nvPr>
            <p:ph sz="half" idx="1"/>
          </p:nvPr>
        </p:nvPicPr>
        <p:blipFill>
          <a:blip r:embed="rId2"/>
          <a:stretch>
            <a:fillRect/>
          </a:stretch>
        </p:blipFill>
        <p:spPr>
          <a:xfrm>
            <a:off x="838200" y="2297754"/>
            <a:ext cx="5181600" cy="3407079"/>
          </a:xfrm>
          <a:prstGeom prst="rect">
            <a:avLst/>
          </a:prstGeom>
        </p:spPr>
      </p:pic>
      <p:sp>
        <p:nvSpPr>
          <p:cNvPr id="3" name="Speech Bubble: Oval 2">
            <a:extLst>
              <a:ext uri="{FF2B5EF4-FFF2-40B4-BE49-F238E27FC236}">
                <a16:creationId xmlns:a16="http://schemas.microsoft.com/office/drawing/2014/main" id="{1A69A3AD-6A5C-5D34-2DE3-6E902AA15524}"/>
              </a:ext>
            </a:extLst>
          </p:cNvPr>
          <p:cNvSpPr/>
          <p:nvPr/>
        </p:nvSpPr>
        <p:spPr>
          <a:xfrm>
            <a:off x="8493760" y="497522"/>
            <a:ext cx="2651760" cy="1060768"/>
          </a:xfrm>
          <a:prstGeom prst="wedgeEllipseCallou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A17C783-92C2-50DF-878F-69265CD97CA8}"/>
              </a:ext>
            </a:extLst>
          </p:cNvPr>
          <p:cNvSpPr txBox="1"/>
          <p:nvPr/>
        </p:nvSpPr>
        <p:spPr>
          <a:xfrm>
            <a:off x="8972550" y="843240"/>
            <a:ext cx="1694180" cy="369332"/>
          </a:xfrm>
          <a:prstGeom prst="rect">
            <a:avLst/>
          </a:prstGeom>
          <a:noFill/>
        </p:spPr>
        <p:txBody>
          <a:bodyPr wrap="square" rtlCol="0">
            <a:spAutoFit/>
          </a:bodyPr>
          <a:lstStyle/>
          <a:p>
            <a:r>
              <a:rPr lang="da-DK" dirty="0"/>
              <a:t>Chairs </a:t>
            </a:r>
            <a:r>
              <a:rPr lang="da-DK" dirty="0" err="1"/>
              <a:t>needed</a:t>
            </a:r>
            <a:endParaRPr lang="en-GB" dirty="0"/>
          </a:p>
        </p:txBody>
      </p:sp>
    </p:spTree>
    <p:extLst>
      <p:ext uri="{BB962C8B-B14F-4D97-AF65-F5344CB8AC3E}">
        <p14:creationId xmlns:p14="http://schemas.microsoft.com/office/powerpoint/2010/main" val="3266203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17F0-E740-D9B2-9FF0-0AD73F0EEDDB}"/>
              </a:ext>
            </a:extLst>
          </p:cNvPr>
          <p:cNvSpPr>
            <a:spLocks noGrp="1"/>
          </p:cNvSpPr>
          <p:nvPr>
            <p:ph type="title"/>
          </p:nvPr>
        </p:nvSpPr>
        <p:spPr/>
        <p:txBody>
          <a:bodyPr/>
          <a:lstStyle/>
          <a:p>
            <a:r>
              <a:rPr lang="da-DK" dirty="0"/>
              <a:t>Upload of CEF</a:t>
            </a:r>
            <a:endParaRPr lang="en-GB" dirty="0"/>
          </a:p>
        </p:txBody>
      </p:sp>
      <p:sp>
        <p:nvSpPr>
          <p:cNvPr id="3" name="Content Placeholder 2">
            <a:extLst>
              <a:ext uri="{FF2B5EF4-FFF2-40B4-BE49-F238E27FC236}">
                <a16:creationId xmlns:a16="http://schemas.microsoft.com/office/drawing/2014/main" id="{908F36A1-A035-B4C0-7668-7EE3882741EE}"/>
              </a:ext>
            </a:extLst>
          </p:cNvPr>
          <p:cNvSpPr>
            <a:spLocks noGrp="1"/>
          </p:cNvSpPr>
          <p:nvPr>
            <p:ph sz="half" idx="1"/>
          </p:nvPr>
        </p:nvSpPr>
        <p:spPr>
          <a:xfrm>
            <a:off x="838200" y="1825625"/>
            <a:ext cx="10934163" cy="4351338"/>
          </a:xfrm>
        </p:spPr>
        <p:txBody>
          <a:bodyPr vert="horz" lIns="91440" tIns="45720" rIns="91440" bIns="45720" rtlCol="0">
            <a:normAutofit/>
          </a:bodyPr>
          <a:lstStyle/>
          <a:p>
            <a:r>
              <a:rPr lang="en-GB"/>
              <a:t>Check against the code list </a:t>
            </a:r>
            <a:endParaRPr lang="en-US"/>
          </a:p>
          <a:p>
            <a:pPr marL="0" indent="0">
              <a:buNone/>
            </a:pPr>
            <a:r>
              <a:rPr lang="en-GB"/>
              <a:t>(e.g. </a:t>
            </a:r>
            <a:r>
              <a:rPr lang="en-GB">
                <a:latin typeface="Aptos"/>
                <a:ea typeface="Calibri"/>
                <a:cs typeface="Calibri"/>
              </a:rPr>
              <a:t>BE: CNPSU = </a:t>
            </a:r>
            <a:r>
              <a:rPr lang="en-GB" err="1">
                <a:latin typeface="Aptos"/>
                <a:ea typeface="Calibri"/>
                <a:cs typeface="Calibri"/>
              </a:rPr>
              <a:t>fishingtrip</a:t>
            </a:r>
            <a:r>
              <a:rPr lang="en-GB">
                <a:latin typeface="Aptos"/>
                <a:ea typeface="Calibri"/>
                <a:cs typeface="Calibri"/>
              </a:rPr>
              <a:t>; UK: DNPSU = </a:t>
            </a:r>
            <a:r>
              <a:rPr lang="en-GB" err="1">
                <a:latin typeface="Aptos"/>
                <a:ea typeface="Calibri"/>
                <a:cs typeface="Calibri"/>
              </a:rPr>
              <a:t>Fishingtrip</a:t>
            </a:r>
            <a:r>
              <a:rPr lang="en-GB">
                <a:latin typeface="Aptos"/>
                <a:ea typeface="Calibri"/>
                <a:cs typeface="Calibri"/>
              </a:rPr>
              <a:t> </a:t>
            </a:r>
            <a:endParaRPr lang="en-GB"/>
          </a:p>
          <a:p>
            <a:endParaRPr lang="en-GB"/>
          </a:p>
        </p:txBody>
      </p:sp>
    </p:spTree>
    <p:extLst>
      <p:ext uri="{BB962C8B-B14F-4D97-AF65-F5344CB8AC3E}">
        <p14:creationId xmlns:p14="http://schemas.microsoft.com/office/powerpoint/2010/main" val="1482549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5149A2F9434B4282E37FA76C9DDAE3" ma:contentTypeVersion="8" ma:contentTypeDescription="Create a new document." ma:contentTypeScope="" ma:versionID="2f73c15ba4091178a7f0362f23ea5149">
  <xsd:schema xmlns:xsd="http://www.w3.org/2001/XMLSchema" xmlns:xs="http://www.w3.org/2001/XMLSchema" xmlns:p="http://schemas.microsoft.com/office/2006/metadata/properties" xmlns:ns2="9a657112-7d30-43e0-84e9-071e428c6b63" targetNamespace="http://schemas.microsoft.com/office/2006/metadata/properties" ma:root="true" ma:fieldsID="ec4077129998c06208654d7e46c796ff" ns2:_="">
    <xsd:import namespace="9a657112-7d30-43e0-84e9-071e428c6b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657112-7d30-43e0-84e9-071e428c6b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6A069E-2A08-4E64-AE94-769C30566471}">
  <ds:schemaRefs>
    <ds:schemaRef ds:uri="http://schemas.microsoft.com/sharepoint/v3/contenttype/forms"/>
  </ds:schemaRefs>
</ds:datastoreItem>
</file>

<file path=customXml/itemProps2.xml><?xml version="1.0" encoding="utf-8"?>
<ds:datastoreItem xmlns:ds="http://schemas.openxmlformats.org/officeDocument/2006/customXml" ds:itemID="{C6ECDE52-20BA-47B8-AB39-FA08BD9A66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657112-7d30-43e0-84e9-071e428c6b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D103D45-0D96-4CC1-8BFC-2EC9FF9BC142}">
  <ds:schemaRefs>
    <ds:schemaRef ds:uri="http://schemas.microsoft.com/office/2006/documentManagement/types"/>
    <ds:schemaRef ds:uri="http://purl.org/dc/dcmitype/"/>
    <ds:schemaRef ds:uri="http://schemas.microsoft.com/office/2006/metadata/properties"/>
    <ds:schemaRef ds:uri="http://purl.org/dc/terms/"/>
    <ds:schemaRef ds:uri="http://purl.org/dc/elements/1.1/"/>
    <ds:schemaRef ds:uri="http://www.w3.org/XML/1998/namespace"/>
    <ds:schemaRef ds:uri="http://schemas.microsoft.com/office/infopath/2007/PartnerControls"/>
    <ds:schemaRef ds:uri="http://schemas.openxmlformats.org/package/2006/metadata/core-properties"/>
    <ds:schemaRef ds:uri="9a657112-7d30-43e0-84e9-071e428c6b63"/>
  </ds:schemaRefs>
</ds:datastoreItem>
</file>

<file path=docProps/app.xml><?xml version="1.0" encoding="utf-8"?>
<Properties xmlns="http://schemas.openxmlformats.org/officeDocument/2006/extended-properties" xmlns:vt="http://schemas.openxmlformats.org/officeDocument/2006/docPropsVTypes">
  <TotalTime>1157</TotalTime>
  <Words>2461</Words>
  <Application>Microsoft Office PowerPoint</Application>
  <PresentationFormat>Widescreen</PresentationFormat>
  <Paragraphs>276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Aptos Narrow</vt:lpstr>
      <vt:lpstr>Arial</vt:lpstr>
      <vt:lpstr>Calibri</vt:lpstr>
      <vt:lpstr>Calibri Light</vt:lpstr>
      <vt:lpstr>Office Theme</vt:lpstr>
      <vt:lpstr>Known issues</vt:lpstr>
      <vt:lpstr>Units in CEF (#17)</vt:lpstr>
      <vt:lpstr>Units in CEF, Units InterCatch</vt:lpstr>
      <vt:lpstr>Units in CEF, discussion</vt:lpstr>
      <vt:lpstr>Units in SCF</vt:lpstr>
      <vt:lpstr>Counts, Mandatory - problem</vt:lpstr>
      <vt:lpstr>Counts, Mandatory - official values </vt:lpstr>
      <vt:lpstr>Counts, Mandatory – solution?</vt:lpstr>
      <vt:lpstr>Official values as an WGEstimate</vt:lpstr>
      <vt:lpstr>counts of PSUs and trip level counts (#25)</vt:lpstr>
      <vt:lpstr>Counts, what to count</vt:lpstr>
      <vt:lpstr>Counts</vt:lpstr>
      <vt:lpstr>FMU (AreaNonFAO) </vt:lpstr>
      <vt:lpstr>FMU (AreaNonFAO) - Highly relevant for pil.27.8c9a</vt:lpstr>
      <vt:lpstr>Overlapping FMU within a WG (This may be a very hypothetically, since we don’t provide effort to HAWG)</vt:lpstr>
      <vt:lpstr>What data do you get as a SC</vt:lpstr>
      <vt:lpstr>Do anyone use effort in the model?</vt:lpstr>
      <vt:lpstr>Fleets</vt:lpstr>
      <vt:lpstr>Upload of CEF</vt:lpstr>
    </vt:vector>
  </TitlesOfParts>
  <Company>DTU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Kirsten Birch Håkansson</dc:creator>
  <cp:lastModifiedBy>Kirsten Birch Håkansson</cp:lastModifiedBy>
  <cp:revision>1</cp:revision>
  <dcterms:created xsi:type="dcterms:W3CDTF">2026-09-21T17:01:25Z</dcterms:created>
  <dcterms:modified xsi:type="dcterms:W3CDTF">2026-09-22T12:56:54Z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0x010100CF5149A2F9434B4282E37FA76C9DDAE3</vt:lpwstr>
  </property>
</Properties>
</file>