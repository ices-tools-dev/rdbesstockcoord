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6"/>
  </p:notesMasterIdLst>
  <p:sldIdLst>
    <p:sldId id="256" r:id="rId5"/>
    <p:sldId id="294" r:id="rId6"/>
    <p:sldId id="356" r:id="rId7"/>
    <p:sldId id="328" r:id="rId8"/>
    <p:sldId id="336" r:id="rId9"/>
    <p:sldId id="329" r:id="rId10"/>
    <p:sldId id="330" r:id="rId11"/>
    <p:sldId id="358" r:id="rId12"/>
    <p:sldId id="331" r:id="rId13"/>
    <p:sldId id="332" r:id="rId14"/>
    <p:sldId id="265" r:id="rId15"/>
    <p:sldId id="357" r:id="rId16"/>
    <p:sldId id="326" r:id="rId17"/>
    <p:sldId id="337" r:id="rId18"/>
    <p:sldId id="335" r:id="rId19"/>
    <p:sldId id="333" r:id="rId20"/>
    <p:sldId id="355" r:id="rId21"/>
    <p:sldId id="338" r:id="rId22"/>
    <p:sldId id="342" r:id="rId23"/>
    <p:sldId id="343" r:id="rId24"/>
    <p:sldId id="340" r:id="rId25"/>
    <p:sldId id="345" r:id="rId26"/>
    <p:sldId id="351" r:id="rId27"/>
    <p:sldId id="346" r:id="rId28"/>
    <p:sldId id="339" r:id="rId29"/>
    <p:sldId id="350" r:id="rId30"/>
    <p:sldId id="341" r:id="rId31"/>
    <p:sldId id="347" r:id="rId32"/>
    <p:sldId id="352" r:id="rId33"/>
    <p:sldId id="348" r:id="rId34"/>
    <p:sldId id="353" r:id="rId35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D59D0BB-2718-F15D-270B-80A79AC5999E}" name="Kirsten Birch Håkansson" initials="KH" userId="S::kibi@dtu.dk::b2eb0f2d-614f-4d37-ac27-4f1e9942fa6b" providerId="AD"/>
  <p188:author id="{7FF87EF4-1742-9E7E-6343-0CBF2FC32216}" name="Sofie Nimmegeers" initials="SN" userId="S::Sofie.Nimmegeers@ilvo.vlaanderen.be::b83f35a6-47f4-4e7f-9f98-5f9a8d083a7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263828-9266-4C45-9ADF-2D78691CB09B}" v="110" dt="2026-09-22T06:54:07.325"/>
    <p1510:client id="{B9B91161-1F3D-4870-B9BF-3B5E752ABBD3}" v="513" dt="2026-09-21T18:27:05.329"/>
    <p1510:client id="{DCDC6917-2711-4857-832A-0AD93B611B02}" v="236" dt="2026-09-22T08:20:22.0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8/10/relationships/authors" Target="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sten Birch Håkansson" userId="b2eb0f2d-614f-4d37-ac27-4f1e9942fa6b" providerId="ADAL" clId="{0730E8E2-8FDA-4C0D-951F-FC830B67EA1D}"/>
    <pc:docChg chg="custSel addSld delSld modSld sldOrd">
      <pc:chgData name="Kirsten Birch Håkansson" userId="b2eb0f2d-614f-4d37-ac27-4f1e9942fa6b" providerId="ADAL" clId="{0730E8E2-8FDA-4C0D-951F-FC830B67EA1D}" dt="2026-09-22T06:54:07.325" v="890" actId="20577"/>
      <pc:docMkLst>
        <pc:docMk/>
      </pc:docMkLst>
      <pc:sldChg chg="addSp delSp modSp mod">
        <pc:chgData name="Kirsten Birch Håkansson" userId="b2eb0f2d-614f-4d37-ac27-4f1e9942fa6b" providerId="ADAL" clId="{0730E8E2-8FDA-4C0D-951F-FC830B67EA1D}" dt="2026-09-22T06:47:56.816" v="795"/>
        <pc:sldMkLst>
          <pc:docMk/>
          <pc:sldMk cId="3629386778" sldId="329"/>
        </pc:sldMkLst>
        <pc:spChg chg="add del mod">
          <ac:chgData name="Kirsten Birch Håkansson" userId="b2eb0f2d-614f-4d37-ac27-4f1e9942fa6b" providerId="ADAL" clId="{0730E8E2-8FDA-4C0D-951F-FC830B67EA1D}" dt="2026-09-22T04:44:46.902" v="405" actId="478"/>
          <ac:spMkLst>
            <pc:docMk/>
            <pc:sldMk cId="3629386778" sldId="329"/>
            <ac:spMk id="2" creationId="{B79186A3-A7B4-54F0-7C89-268BCFFFF6F1}"/>
          </ac:spMkLst>
        </pc:spChg>
        <pc:graphicFrameChg chg="add del mod modGraphic">
          <ac:chgData name="Kirsten Birch Håkansson" userId="b2eb0f2d-614f-4d37-ac27-4f1e9942fa6b" providerId="ADAL" clId="{0730E8E2-8FDA-4C0D-951F-FC830B67EA1D}" dt="2026-09-22T06:47:52.965" v="794" actId="478"/>
          <ac:graphicFrameMkLst>
            <pc:docMk/>
            <pc:sldMk cId="3629386778" sldId="329"/>
            <ac:graphicFrameMk id="2" creationId="{F298EC59-27C9-7E9F-EA27-F29AAA6EEF9E}"/>
          </ac:graphicFrameMkLst>
        </pc:graphicFrameChg>
        <pc:graphicFrameChg chg="add mod">
          <ac:chgData name="Kirsten Birch Håkansson" userId="b2eb0f2d-614f-4d37-ac27-4f1e9942fa6b" providerId="ADAL" clId="{0730E8E2-8FDA-4C0D-951F-FC830B67EA1D}" dt="2026-09-22T06:47:56.816" v="795"/>
          <ac:graphicFrameMkLst>
            <pc:docMk/>
            <pc:sldMk cId="3629386778" sldId="329"/>
            <ac:graphicFrameMk id="3" creationId="{0B80C79B-6617-4E97-84BF-0D18328345C3}"/>
          </ac:graphicFrameMkLst>
        </pc:graphicFrameChg>
        <pc:picChg chg="del">
          <ac:chgData name="Kirsten Birch Håkansson" userId="b2eb0f2d-614f-4d37-ac27-4f1e9942fa6b" providerId="ADAL" clId="{0730E8E2-8FDA-4C0D-951F-FC830B67EA1D}" dt="2026-09-22T06:47:28.177" v="791" actId="478"/>
          <ac:picMkLst>
            <pc:docMk/>
            <pc:sldMk cId="3629386778" sldId="329"/>
            <ac:picMk id="9" creationId="{D0E8BD16-C275-7A73-6E26-E21A9F80A1DA}"/>
          </ac:picMkLst>
        </pc:picChg>
      </pc:sldChg>
      <pc:sldChg chg="modSp mod">
        <pc:chgData name="Kirsten Birch Håkansson" userId="b2eb0f2d-614f-4d37-ac27-4f1e9942fa6b" providerId="ADAL" clId="{0730E8E2-8FDA-4C0D-951F-FC830B67EA1D}" dt="2026-09-22T06:54:07.325" v="890" actId="20577"/>
        <pc:sldMkLst>
          <pc:docMk/>
          <pc:sldMk cId="794666396" sldId="330"/>
        </pc:sldMkLst>
        <pc:spChg chg="mod">
          <ac:chgData name="Kirsten Birch Håkansson" userId="b2eb0f2d-614f-4d37-ac27-4f1e9942fa6b" providerId="ADAL" clId="{0730E8E2-8FDA-4C0D-951F-FC830B67EA1D}" dt="2026-09-22T06:54:07.325" v="890" actId="20577"/>
          <ac:spMkLst>
            <pc:docMk/>
            <pc:sldMk cId="794666396" sldId="330"/>
            <ac:spMk id="6" creationId="{F60883DB-DA8D-F0A5-BD39-1C8884BDEE8F}"/>
          </ac:spMkLst>
        </pc:spChg>
        <pc:spChg chg="mod">
          <ac:chgData name="Kirsten Birch Håkansson" userId="b2eb0f2d-614f-4d37-ac27-4f1e9942fa6b" providerId="ADAL" clId="{0730E8E2-8FDA-4C0D-951F-FC830B67EA1D}" dt="2026-09-22T06:51:15.279" v="824" actId="14100"/>
          <ac:spMkLst>
            <pc:docMk/>
            <pc:sldMk cId="794666396" sldId="330"/>
            <ac:spMk id="14" creationId="{6A0E4DD8-67A9-BD3D-902D-59952EE0046A}"/>
          </ac:spMkLst>
        </pc:spChg>
      </pc:sldChg>
      <pc:sldChg chg="addSp modSp new mod modClrScheme chgLayout">
        <pc:chgData name="Kirsten Birch Håkansson" userId="b2eb0f2d-614f-4d37-ac27-4f1e9942fa6b" providerId="ADAL" clId="{0730E8E2-8FDA-4C0D-951F-FC830B67EA1D}" dt="2026-09-22T04:55:42.039" v="566" actId="20577"/>
        <pc:sldMkLst>
          <pc:docMk/>
          <pc:sldMk cId="565596862" sldId="353"/>
        </pc:sldMkLst>
        <pc:spChg chg="add mod">
          <ac:chgData name="Kirsten Birch Håkansson" userId="b2eb0f2d-614f-4d37-ac27-4f1e9942fa6b" providerId="ADAL" clId="{0730E8E2-8FDA-4C0D-951F-FC830B67EA1D}" dt="2026-09-22T04:38:50.757" v="229" actId="20577"/>
          <ac:spMkLst>
            <pc:docMk/>
            <pc:sldMk cId="565596862" sldId="353"/>
            <ac:spMk id="2" creationId="{22939B62-B355-78A3-613E-E69863D94961}"/>
          </ac:spMkLst>
        </pc:spChg>
        <pc:spChg chg="add mod">
          <ac:chgData name="Kirsten Birch Håkansson" userId="b2eb0f2d-614f-4d37-ac27-4f1e9942fa6b" providerId="ADAL" clId="{0730E8E2-8FDA-4C0D-951F-FC830B67EA1D}" dt="2026-09-22T04:55:42.039" v="566" actId="20577"/>
          <ac:spMkLst>
            <pc:docMk/>
            <pc:sldMk cId="565596862" sldId="353"/>
            <ac:spMk id="3" creationId="{BD87CA29-C974-6D01-8BC1-60CCED7220AD}"/>
          </ac:spMkLst>
        </pc:spChg>
      </pc:sldChg>
      <pc:sldChg chg="addSp modSp new del mod modClrScheme chgLayout">
        <pc:chgData name="Kirsten Birch Håkansson" userId="b2eb0f2d-614f-4d37-ac27-4f1e9942fa6b" providerId="ADAL" clId="{0730E8E2-8FDA-4C0D-951F-FC830B67EA1D}" dt="2026-09-22T04:38:54.505" v="230" actId="47"/>
        <pc:sldMkLst>
          <pc:docMk/>
          <pc:sldMk cId="1792985285" sldId="354"/>
        </pc:sldMkLst>
        <pc:spChg chg="add mod">
          <ac:chgData name="Kirsten Birch Håkansson" userId="b2eb0f2d-614f-4d37-ac27-4f1e9942fa6b" providerId="ADAL" clId="{0730E8E2-8FDA-4C0D-951F-FC830B67EA1D}" dt="2026-09-21T15:45:37.424" v="2" actId="700"/>
          <ac:spMkLst>
            <pc:docMk/>
            <pc:sldMk cId="1792985285" sldId="354"/>
            <ac:spMk id="2" creationId="{62B6CA77-F53B-4589-7E7E-F21BFBCA6845}"/>
          </ac:spMkLst>
        </pc:spChg>
        <pc:spChg chg="add mod">
          <ac:chgData name="Kirsten Birch Håkansson" userId="b2eb0f2d-614f-4d37-ac27-4f1e9942fa6b" providerId="ADAL" clId="{0730E8E2-8FDA-4C0D-951F-FC830B67EA1D}" dt="2026-09-21T15:45:37.424" v="2" actId="700"/>
          <ac:spMkLst>
            <pc:docMk/>
            <pc:sldMk cId="1792985285" sldId="354"/>
            <ac:spMk id="3" creationId="{1FADDD8C-33F2-BED1-C758-F5B3EB088862}"/>
          </ac:spMkLst>
        </pc:spChg>
      </pc:sldChg>
      <pc:sldChg chg="addSp modSp new mod ord modClrScheme chgLayout">
        <pc:chgData name="Kirsten Birch Håkansson" userId="b2eb0f2d-614f-4d37-ac27-4f1e9942fa6b" providerId="ADAL" clId="{0730E8E2-8FDA-4C0D-951F-FC830B67EA1D}" dt="2026-09-22T06:30:30.824" v="780"/>
        <pc:sldMkLst>
          <pc:docMk/>
          <pc:sldMk cId="2493639518" sldId="356"/>
        </pc:sldMkLst>
        <pc:spChg chg="add mod">
          <ac:chgData name="Kirsten Birch Håkansson" userId="b2eb0f2d-614f-4d37-ac27-4f1e9942fa6b" providerId="ADAL" clId="{0730E8E2-8FDA-4C0D-951F-FC830B67EA1D}" dt="2026-09-22T06:29:39.729" v="771" actId="20577"/>
          <ac:spMkLst>
            <pc:docMk/>
            <pc:sldMk cId="2493639518" sldId="356"/>
            <ac:spMk id="2" creationId="{E7E1AE6E-D9A0-A29F-41E4-820E5F1FBEA8}"/>
          </ac:spMkLst>
        </pc:spChg>
        <pc:spChg chg="add mod">
          <ac:chgData name="Kirsten Birch Håkansson" userId="b2eb0f2d-614f-4d37-ac27-4f1e9942fa6b" providerId="ADAL" clId="{0730E8E2-8FDA-4C0D-951F-FC830B67EA1D}" dt="2026-09-22T06:30:26.334" v="778" actId="20577"/>
          <ac:spMkLst>
            <pc:docMk/>
            <pc:sldMk cId="2493639518" sldId="356"/>
            <ac:spMk id="3" creationId="{69EC4B83-269F-5DCA-5EA5-0620DB780B82}"/>
          </ac:spMkLst>
        </pc:spChg>
      </pc:sldChg>
      <pc:sldChg chg="addSp delSp modSp new mod modClrScheme chgLayout">
        <pc:chgData name="Kirsten Birch Håkansson" userId="b2eb0f2d-614f-4d37-ac27-4f1e9942fa6b" providerId="ADAL" clId="{0730E8E2-8FDA-4C0D-951F-FC830B67EA1D}" dt="2026-09-22T05:09:00.897" v="766" actId="1076"/>
        <pc:sldMkLst>
          <pc:docMk/>
          <pc:sldMk cId="937916852" sldId="357"/>
        </pc:sldMkLst>
        <pc:spChg chg="mod ord">
          <ac:chgData name="Kirsten Birch Håkansson" userId="b2eb0f2d-614f-4d37-ac27-4f1e9942fa6b" providerId="ADAL" clId="{0730E8E2-8FDA-4C0D-951F-FC830B67EA1D}" dt="2026-09-22T05:08:50.292" v="763" actId="700"/>
          <ac:spMkLst>
            <pc:docMk/>
            <pc:sldMk cId="937916852" sldId="357"/>
            <ac:spMk id="2" creationId="{B947BA08-0798-CACD-02D6-A936564340E6}"/>
          </ac:spMkLst>
        </pc:spChg>
        <pc:spChg chg="mod ord">
          <ac:chgData name="Kirsten Birch Håkansson" userId="b2eb0f2d-614f-4d37-ac27-4f1e9942fa6b" providerId="ADAL" clId="{0730E8E2-8FDA-4C0D-951F-FC830B67EA1D}" dt="2026-09-22T05:08:50.292" v="763" actId="700"/>
          <ac:spMkLst>
            <pc:docMk/>
            <pc:sldMk cId="937916852" sldId="357"/>
            <ac:spMk id="3" creationId="{85144D68-58D4-F646-35D2-B95F02730B93}"/>
          </ac:spMkLst>
        </pc:spChg>
        <pc:spChg chg="del">
          <ac:chgData name="Kirsten Birch Håkansson" userId="b2eb0f2d-614f-4d37-ac27-4f1e9942fa6b" providerId="ADAL" clId="{0730E8E2-8FDA-4C0D-951F-FC830B67EA1D}" dt="2026-09-22T05:08:50.292" v="763" actId="700"/>
          <ac:spMkLst>
            <pc:docMk/>
            <pc:sldMk cId="937916852" sldId="357"/>
            <ac:spMk id="4" creationId="{4F3E043C-4A6F-06D7-AAA1-1DCFBC13079B}"/>
          </ac:spMkLst>
        </pc:spChg>
        <pc:graphicFrameChg chg="add mod">
          <ac:chgData name="Kirsten Birch Håkansson" userId="b2eb0f2d-614f-4d37-ac27-4f1e9942fa6b" providerId="ADAL" clId="{0730E8E2-8FDA-4C0D-951F-FC830B67EA1D}" dt="2026-09-22T05:09:00.897" v="766" actId="1076"/>
          <ac:graphicFrameMkLst>
            <pc:docMk/>
            <pc:sldMk cId="937916852" sldId="357"/>
            <ac:graphicFrameMk id="5" creationId="{7EC0BE89-A0C4-539B-1037-B12378FEE8C1}"/>
          </ac:graphicFrameMkLst>
        </pc:graphicFrameChg>
      </pc:sldChg>
      <pc:sldChg chg="addSp modSp new mod modClrScheme chgLayout">
        <pc:chgData name="Kirsten Birch Håkansson" userId="b2eb0f2d-614f-4d37-ac27-4f1e9942fa6b" providerId="ADAL" clId="{0730E8E2-8FDA-4C0D-951F-FC830B67EA1D}" dt="2026-09-22T04:58:32.464" v="624"/>
        <pc:sldMkLst>
          <pc:docMk/>
          <pc:sldMk cId="2897462574" sldId="358"/>
        </pc:sldMkLst>
        <pc:spChg chg="add mod">
          <ac:chgData name="Kirsten Birch Håkansson" userId="b2eb0f2d-614f-4d37-ac27-4f1e9942fa6b" providerId="ADAL" clId="{0730E8E2-8FDA-4C0D-951F-FC830B67EA1D}" dt="2026-09-22T04:58:09.168" v="623" actId="20577"/>
          <ac:spMkLst>
            <pc:docMk/>
            <pc:sldMk cId="2897462574" sldId="358"/>
            <ac:spMk id="2" creationId="{619221C1-74BC-381A-B55E-17EF9F703C60}"/>
          </ac:spMkLst>
        </pc:spChg>
        <pc:spChg chg="add mod">
          <ac:chgData name="Kirsten Birch Håkansson" userId="b2eb0f2d-614f-4d37-ac27-4f1e9942fa6b" providerId="ADAL" clId="{0730E8E2-8FDA-4C0D-951F-FC830B67EA1D}" dt="2026-09-22T04:58:32.464" v="624"/>
          <ac:spMkLst>
            <pc:docMk/>
            <pc:sldMk cId="2897462574" sldId="358"/>
            <ac:spMk id="3" creationId="{E3A305EF-5C79-B594-4A7E-D22D67F02D20}"/>
          </ac:spMkLst>
        </pc:spChg>
      </pc:sldChg>
    </pc:docChg>
  </pc:docChgLst>
  <pc:docChgLst>
    <pc:chgData name="Sofie Nimmegeers" userId="b83f35a6-47f4-4e7f-9f98-5f9a8d083a72" providerId="ADAL" clId="{45B71B24-CEF3-4C3E-9561-CDDDFE60B7E0}"/>
    <pc:docChg chg="undo redo custSel addSld delSld modSld sldOrd">
      <pc:chgData name="Sofie Nimmegeers" userId="b83f35a6-47f4-4e7f-9f98-5f9a8d083a72" providerId="ADAL" clId="{45B71B24-CEF3-4C3E-9561-CDDDFE60B7E0}" dt="2026-09-22T08:20:22.018" v="5173" actId="22"/>
      <pc:docMkLst>
        <pc:docMk/>
      </pc:docMkLst>
      <pc:sldChg chg="modSp mod">
        <pc:chgData name="Sofie Nimmegeers" userId="b83f35a6-47f4-4e7f-9f98-5f9a8d083a72" providerId="ADAL" clId="{45B71B24-CEF3-4C3E-9561-CDDDFE60B7E0}" dt="2026-09-14T11:18:22.670" v="1121" actId="20577"/>
        <pc:sldMkLst>
          <pc:docMk/>
          <pc:sldMk cId="2912123733" sldId="256"/>
        </pc:sldMkLst>
        <pc:spChg chg="mod">
          <ac:chgData name="Sofie Nimmegeers" userId="b83f35a6-47f4-4e7f-9f98-5f9a8d083a72" providerId="ADAL" clId="{45B71B24-CEF3-4C3E-9561-CDDDFE60B7E0}" dt="2026-09-14T11:18:02.775" v="1092" actId="27636"/>
          <ac:spMkLst>
            <pc:docMk/>
            <pc:sldMk cId="2912123733" sldId="256"/>
            <ac:spMk id="2" creationId="{600D7720-2CE0-7D60-D2CC-8AE53EA22789}"/>
          </ac:spMkLst>
        </pc:spChg>
        <pc:spChg chg="mod">
          <ac:chgData name="Sofie Nimmegeers" userId="b83f35a6-47f4-4e7f-9f98-5f9a8d083a72" providerId="ADAL" clId="{45B71B24-CEF3-4C3E-9561-CDDDFE60B7E0}" dt="2026-09-14T11:18:22.670" v="1121" actId="20577"/>
          <ac:spMkLst>
            <pc:docMk/>
            <pc:sldMk cId="2912123733" sldId="256"/>
            <ac:spMk id="3" creationId="{9A5CE4C5-F29E-9122-F2E1-B79029CED2C3}"/>
          </ac:spMkLst>
        </pc:spChg>
      </pc:sldChg>
      <pc:sldChg chg="addSp delSp modSp mod">
        <pc:chgData name="Sofie Nimmegeers" userId="b83f35a6-47f4-4e7f-9f98-5f9a8d083a72" providerId="ADAL" clId="{45B71B24-CEF3-4C3E-9561-CDDDFE60B7E0}" dt="2026-09-15T13:32:37.957" v="1716" actId="1076"/>
        <pc:sldMkLst>
          <pc:docMk/>
          <pc:sldMk cId="3054161282" sldId="265"/>
        </pc:sldMkLst>
        <pc:picChg chg="add mod">
          <ac:chgData name="Sofie Nimmegeers" userId="b83f35a6-47f4-4e7f-9f98-5f9a8d083a72" providerId="ADAL" clId="{45B71B24-CEF3-4C3E-9561-CDDDFE60B7E0}" dt="2026-09-15T13:32:37.957" v="1716" actId="1076"/>
          <ac:picMkLst>
            <pc:docMk/>
            <pc:sldMk cId="3054161282" sldId="265"/>
            <ac:picMk id="11" creationId="{6BB68BE3-6A5D-DCF2-1FEF-9618E9465552}"/>
          </ac:picMkLst>
        </pc:picChg>
      </pc:sldChg>
      <pc:sldChg chg="modSp mod">
        <pc:chgData name="Sofie Nimmegeers" userId="b83f35a6-47f4-4e7f-9f98-5f9a8d083a72" providerId="ADAL" clId="{45B71B24-CEF3-4C3E-9561-CDDDFE60B7E0}" dt="2026-09-15T14:50:56.908" v="2172" actId="1036"/>
        <pc:sldMkLst>
          <pc:docMk/>
          <pc:sldMk cId="813812191" sldId="294"/>
        </pc:sldMkLst>
        <pc:spChg chg="mod">
          <ac:chgData name="Sofie Nimmegeers" userId="b83f35a6-47f4-4e7f-9f98-5f9a8d083a72" providerId="ADAL" clId="{45B71B24-CEF3-4C3E-9561-CDDDFE60B7E0}" dt="2026-09-14T11:24:31.766" v="1151" actId="20577"/>
          <ac:spMkLst>
            <pc:docMk/>
            <pc:sldMk cId="813812191" sldId="294"/>
            <ac:spMk id="2" creationId="{99872EA0-4233-1246-5F05-9EAC138D0E30}"/>
          </ac:spMkLst>
        </pc:spChg>
        <pc:spChg chg="mod">
          <ac:chgData name="Sofie Nimmegeers" userId="b83f35a6-47f4-4e7f-9f98-5f9a8d083a72" providerId="ADAL" clId="{45B71B24-CEF3-4C3E-9561-CDDDFE60B7E0}" dt="2026-09-15T14:50:56.908" v="2172" actId="1036"/>
          <ac:spMkLst>
            <pc:docMk/>
            <pc:sldMk cId="813812191" sldId="294"/>
            <ac:spMk id="6" creationId="{80AF7FE8-240D-6E46-392B-BFB339C7F9B7}"/>
          </ac:spMkLst>
        </pc:spChg>
      </pc:sldChg>
      <pc:sldChg chg="modSp mod">
        <pc:chgData name="Sofie Nimmegeers" userId="b83f35a6-47f4-4e7f-9f98-5f9a8d083a72" providerId="ADAL" clId="{45B71B24-CEF3-4C3E-9561-CDDDFE60B7E0}" dt="2026-09-15T13:31:45.920" v="1700" actId="20577"/>
        <pc:sldMkLst>
          <pc:docMk/>
          <pc:sldMk cId="234315333" sldId="326"/>
        </pc:sldMkLst>
        <pc:spChg chg="mod">
          <ac:chgData name="Sofie Nimmegeers" userId="b83f35a6-47f4-4e7f-9f98-5f9a8d083a72" providerId="ADAL" clId="{45B71B24-CEF3-4C3E-9561-CDDDFE60B7E0}" dt="2026-09-15T13:31:45.920" v="1700" actId="20577"/>
          <ac:spMkLst>
            <pc:docMk/>
            <pc:sldMk cId="234315333" sldId="326"/>
            <ac:spMk id="5" creationId="{466BC72D-A1E8-A246-7F7B-7BAA68FCAE32}"/>
          </ac:spMkLst>
        </pc:spChg>
      </pc:sldChg>
      <pc:sldChg chg="addSp delSp modSp new mod">
        <pc:chgData name="Sofie Nimmegeers" userId="b83f35a6-47f4-4e7f-9f98-5f9a8d083a72" providerId="ADAL" clId="{45B71B24-CEF3-4C3E-9561-CDDDFE60B7E0}" dt="2026-09-22T06:35:32.058" v="4941" actId="20577"/>
        <pc:sldMkLst>
          <pc:docMk/>
          <pc:sldMk cId="3845146188" sldId="328"/>
        </pc:sldMkLst>
        <pc:spChg chg="add mod">
          <ac:chgData name="Sofie Nimmegeers" userId="b83f35a6-47f4-4e7f-9f98-5f9a8d083a72" providerId="ADAL" clId="{45B71B24-CEF3-4C3E-9561-CDDDFE60B7E0}" dt="2026-09-15T14:50:41.888" v="2162"/>
          <ac:spMkLst>
            <pc:docMk/>
            <pc:sldMk cId="3845146188" sldId="328"/>
            <ac:spMk id="2" creationId="{4B41EEF5-A242-E01E-29D0-08B1DA38D1FF}"/>
          </ac:spMkLst>
        </pc:spChg>
        <pc:graphicFrameChg chg="add mod modGraphic">
          <ac:chgData name="Sofie Nimmegeers" userId="b83f35a6-47f4-4e7f-9f98-5f9a8d083a72" providerId="ADAL" clId="{45B71B24-CEF3-4C3E-9561-CDDDFE60B7E0}" dt="2026-09-22T06:35:32.058" v="4941" actId="20577"/>
          <ac:graphicFrameMkLst>
            <pc:docMk/>
            <pc:sldMk cId="3845146188" sldId="328"/>
            <ac:graphicFrameMk id="4" creationId="{2C61AE93-76D6-B6A4-AC0B-EBA745C6A190}"/>
          </ac:graphicFrameMkLst>
        </pc:graphicFrameChg>
      </pc:sldChg>
      <pc:sldChg chg="addSp delSp modSp new mod">
        <pc:chgData name="Sofie Nimmegeers" userId="b83f35a6-47f4-4e7f-9f98-5f9a8d083a72" providerId="ADAL" clId="{45B71B24-CEF3-4C3E-9561-CDDDFE60B7E0}" dt="2026-09-15T13:34:27.982" v="1762" actId="1037"/>
        <pc:sldMkLst>
          <pc:docMk/>
          <pc:sldMk cId="3629386778" sldId="329"/>
        </pc:sldMkLst>
      </pc:sldChg>
      <pc:sldChg chg="addSp delSp modSp new mod">
        <pc:chgData name="Sofie Nimmegeers" userId="b83f35a6-47f4-4e7f-9f98-5f9a8d083a72" providerId="ADAL" clId="{45B71B24-CEF3-4C3E-9561-CDDDFE60B7E0}" dt="2026-09-15T13:42:47.303" v="1764" actId="113"/>
        <pc:sldMkLst>
          <pc:docMk/>
          <pc:sldMk cId="794666396" sldId="330"/>
        </pc:sldMkLst>
        <pc:spChg chg="add mod">
          <ac:chgData name="Sofie Nimmegeers" userId="b83f35a6-47f4-4e7f-9f98-5f9a8d083a72" providerId="ADAL" clId="{45B71B24-CEF3-4C3E-9561-CDDDFE60B7E0}" dt="2026-09-15T06:54:02.229" v="1545" actId="20577"/>
          <ac:spMkLst>
            <pc:docMk/>
            <pc:sldMk cId="794666396" sldId="330"/>
            <ac:spMk id="3" creationId="{EAE98F42-BC7B-01B8-0E48-495A710723D2}"/>
          </ac:spMkLst>
        </pc:spChg>
        <pc:spChg chg="add mod">
          <ac:chgData name="Sofie Nimmegeers" userId="b83f35a6-47f4-4e7f-9f98-5f9a8d083a72" providerId="ADAL" clId="{45B71B24-CEF3-4C3E-9561-CDDDFE60B7E0}" dt="2026-09-15T13:42:47.303" v="1764" actId="113"/>
          <ac:spMkLst>
            <pc:docMk/>
            <pc:sldMk cId="794666396" sldId="330"/>
            <ac:spMk id="6" creationId="{F60883DB-DA8D-F0A5-BD39-1C8884BDEE8F}"/>
          </ac:spMkLst>
        </pc:spChg>
        <pc:spChg chg="add mod">
          <ac:chgData name="Sofie Nimmegeers" userId="b83f35a6-47f4-4e7f-9f98-5f9a8d083a72" providerId="ADAL" clId="{45B71B24-CEF3-4C3E-9561-CDDDFE60B7E0}" dt="2026-09-15T13:30:05.807" v="1656" actId="20577"/>
          <ac:spMkLst>
            <pc:docMk/>
            <pc:sldMk cId="794666396" sldId="330"/>
            <ac:spMk id="14" creationId="{6A0E4DD8-67A9-BD3D-902D-59952EE0046A}"/>
          </ac:spMkLst>
        </pc:spChg>
        <pc:picChg chg="add mod">
          <ac:chgData name="Sofie Nimmegeers" userId="b83f35a6-47f4-4e7f-9f98-5f9a8d083a72" providerId="ADAL" clId="{45B71B24-CEF3-4C3E-9561-CDDDFE60B7E0}" dt="2026-09-15T13:30:17.214" v="1658" actId="1076"/>
          <ac:picMkLst>
            <pc:docMk/>
            <pc:sldMk cId="794666396" sldId="330"/>
            <ac:picMk id="12" creationId="{6510F65C-78AE-F6F4-787E-EC7F1AE86BDB}"/>
          </ac:picMkLst>
        </pc:picChg>
      </pc:sldChg>
      <pc:sldChg chg="addSp modSp add mod">
        <pc:chgData name="Sofie Nimmegeers" userId="b83f35a6-47f4-4e7f-9f98-5f9a8d083a72" providerId="ADAL" clId="{45B71B24-CEF3-4C3E-9561-CDDDFE60B7E0}" dt="2026-09-15T13:20:01.052" v="1578" actId="1076"/>
        <pc:sldMkLst>
          <pc:docMk/>
          <pc:sldMk cId="3191177855" sldId="331"/>
        </pc:sldMkLst>
        <pc:spChg chg="mod">
          <ac:chgData name="Sofie Nimmegeers" userId="b83f35a6-47f4-4e7f-9f98-5f9a8d083a72" providerId="ADAL" clId="{45B71B24-CEF3-4C3E-9561-CDDDFE60B7E0}" dt="2026-09-15T06:58:37.331" v="1550" actId="20577"/>
          <ac:spMkLst>
            <pc:docMk/>
            <pc:sldMk cId="3191177855" sldId="331"/>
            <ac:spMk id="3" creationId="{92CBFF0D-7473-5E6D-09C8-C3E1C110F071}"/>
          </ac:spMkLst>
        </pc:spChg>
        <pc:picChg chg="add mod">
          <ac:chgData name="Sofie Nimmegeers" userId="b83f35a6-47f4-4e7f-9f98-5f9a8d083a72" providerId="ADAL" clId="{45B71B24-CEF3-4C3E-9561-CDDDFE60B7E0}" dt="2026-09-15T13:20:01.052" v="1578" actId="1076"/>
          <ac:picMkLst>
            <pc:docMk/>
            <pc:sldMk cId="3191177855" sldId="331"/>
            <ac:picMk id="5" creationId="{25602920-3C0A-88AD-8D6D-2627F8D3B3CB}"/>
          </ac:picMkLst>
        </pc:picChg>
      </pc:sldChg>
      <pc:sldChg chg="addSp modSp new mod">
        <pc:chgData name="Sofie Nimmegeers" userId="b83f35a6-47f4-4e7f-9f98-5f9a8d083a72" providerId="ADAL" clId="{45B71B24-CEF3-4C3E-9561-CDDDFE60B7E0}" dt="2026-09-16T12:33:27.416" v="3976" actId="13926"/>
        <pc:sldMkLst>
          <pc:docMk/>
          <pc:sldMk cId="2006639052" sldId="332"/>
        </pc:sldMkLst>
        <pc:spChg chg="add mod">
          <ac:chgData name="Sofie Nimmegeers" userId="b83f35a6-47f4-4e7f-9f98-5f9a8d083a72" providerId="ADAL" clId="{45B71B24-CEF3-4C3E-9561-CDDDFE60B7E0}" dt="2026-09-16T12:33:27.416" v="3976" actId="13926"/>
          <ac:spMkLst>
            <pc:docMk/>
            <pc:sldMk cId="2006639052" sldId="332"/>
            <ac:spMk id="2" creationId="{A60078FC-DA04-AD2D-B11B-33FCF1D503A0}"/>
          </ac:spMkLst>
        </pc:spChg>
      </pc:sldChg>
      <pc:sldChg chg="addSp delSp modSp new mod">
        <pc:chgData name="Sofie Nimmegeers" userId="b83f35a6-47f4-4e7f-9f98-5f9a8d083a72" providerId="ADAL" clId="{45B71B24-CEF3-4C3E-9561-CDDDFE60B7E0}" dt="2026-09-16T08:36:34.619" v="2843" actId="1035"/>
        <pc:sldMkLst>
          <pc:docMk/>
          <pc:sldMk cId="585844416" sldId="333"/>
        </pc:sldMkLst>
        <pc:spChg chg="add mod">
          <ac:chgData name="Sofie Nimmegeers" userId="b83f35a6-47f4-4e7f-9f98-5f9a8d083a72" providerId="ADAL" clId="{45B71B24-CEF3-4C3E-9561-CDDDFE60B7E0}" dt="2026-09-16T07:34:51.186" v="2539" actId="1076"/>
          <ac:spMkLst>
            <pc:docMk/>
            <pc:sldMk cId="585844416" sldId="333"/>
            <ac:spMk id="5" creationId="{9981A6C4-6C1A-15BB-FB8B-CE11F3C8753D}"/>
          </ac:spMkLst>
        </pc:spChg>
        <pc:spChg chg="mod">
          <ac:chgData name="Sofie Nimmegeers" userId="b83f35a6-47f4-4e7f-9f98-5f9a8d083a72" providerId="ADAL" clId="{45B71B24-CEF3-4C3E-9561-CDDDFE60B7E0}" dt="2026-09-16T07:35:09.587" v="2543" actId="164"/>
          <ac:spMkLst>
            <pc:docMk/>
            <pc:sldMk cId="585844416" sldId="333"/>
            <ac:spMk id="7" creationId="{F265B0FB-19DC-BBAD-068F-A46F14823BFE}"/>
          </ac:spMkLst>
        </pc:spChg>
        <pc:spChg chg="mod topLvl">
          <ac:chgData name="Sofie Nimmegeers" userId="b83f35a6-47f4-4e7f-9f98-5f9a8d083a72" providerId="ADAL" clId="{45B71B24-CEF3-4C3E-9561-CDDDFE60B7E0}" dt="2026-09-16T07:35:09.587" v="2543" actId="164"/>
          <ac:spMkLst>
            <pc:docMk/>
            <pc:sldMk cId="585844416" sldId="333"/>
            <ac:spMk id="8" creationId="{D2D04F44-F5DF-F95C-6268-0F7F9F166CB7}"/>
          </ac:spMkLst>
        </pc:spChg>
        <pc:spChg chg="mod topLvl">
          <ac:chgData name="Sofie Nimmegeers" userId="b83f35a6-47f4-4e7f-9f98-5f9a8d083a72" providerId="ADAL" clId="{45B71B24-CEF3-4C3E-9561-CDDDFE60B7E0}" dt="2026-09-16T07:31:24.647" v="2527" actId="164"/>
          <ac:spMkLst>
            <pc:docMk/>
            <pc:sldMk cId="585844416" sldId="333"/>
            <ac:spMk id="9" creationId="{FBEE2F07-CA6F-E774-061B-C63F29005022}"/>
          </ac:spMkLst>
        </pc:spChg>
        <pc:spChg chg="mod topLvl">
          <ac:chgData name="Sofie Nimmegeers" userId="b83f35a6-47f4-4e7f-9f98-5f9a8d083a72" providerId="ADAL" clId="{45B71B24-CEF3-4C3E-9561-CDDDFE60B7E0}" dt="2026-09-16T07:31:24.647" v="2527" actId="164"/>
          <ac:spMkLst>
            <pc:docMk/>
            <pc:sldMk cId="585844416" sldId="333"/>
            <ac:spMk id="10" creationId="{3674B2D3-B756-5211-A3A3-AA9BF1611A70}"/>
          </ac:spMkLst>
        </pc:spChg>
        <pc:spChg chg="mod topLvl">
          <ac:chgData name="Sofie Nimmegeers" userId="b83f35a6-47f4-4e7f-9f98-5f9a8d083a72" providerId="ADAL" clId="{45B71B24-CEF3-4C3E-9561-CDDDFE60B7E0}" dt="2026-09-16T07:50:33.467" v="2719" actId="1035"/>
          <ac:spMkLst>
            <pc:docMk/>
            <pc:sldMk cId="585844416" sldId="333"/>
            <ac:spMk id="11" creationId="{2D637ECF-2420-3FF8-759A-DD18CD1B7EBD}"/>
          </ac:spMkLst>
        </pc:spChg>
        <pc:spChg chg="mod topLvl">
          <ac:chgData name="Sofie Nimmegeers" userId="b83f35a6-47f4-4e7f-9f98-5f9a8d083a72" providerId="ADAL" clId="{45B71B24-CEF3-4C3E-9561-CDDDFE60B7E0}" dt="2026-09-16T07:50:33.467" v="2719" actId="1035"/>
          <ac:spMkLst>
            <pc:docMk/>
            <pc:sldMk cId="585844416" sldId="333"/>
            <ac:spMk id="12" creationId="{131A492B-0FB2-0C22-71BC-88D64137C2DA}"/>
          </ac:spMkLst>
        </pc:spChg>
        <pc:spChg chg="mod topLvl">
          <ac:chgData name="Sofie Nimmegeers" userId="b83f35a6-47f4-4e7f-9f98-5f9a8d083a72" providerId="ADAL" clId="{45B71B24-CEF3-4C3E-9561-CDDDFE60B7E0}" dt="2026-09-16T07:30:57.889" v="2521" actId="164"/>
          <ac:spMkLst>
            <pc:docMk/>
            <pc:sldMk cId="585844416" sldId="333"/>
            <ac:spMk id="13" creationId="{5C0CCADA-3C45-FC56-95C3-4C70CDF761FF}"/>
          </ac:spMkLst>
        </pc:spChg>
        <pc:spChg chg="mod">
          <ac:chgData name="Sofie Nimmegeers" userId="b83f35a6-47f4-4e7f-9f98-5f9a8d083a72" providerId="ADAL" clId="{45B71B24-CEF3-4C3E-9561-CDDDFE60B7E0}" dt="2026-09-16T07:57:03.050" v="2800" actId="20577"/>
          <ac:spMkLst>
            <pc:docMk/>
            <pc:sldMk cId="585844416" sldId="333"/>
            <ac:spMk id="14" creationId="{1DB21D6D-AEE2-C557-E577-826BED70C136}"/>
          </ac:spMkLst>
        </pc:spChg>
        <pc:spChg chg="mod topLvl">
          <ac:chgData name="Sofie Nimmegeers" userId="b83f35a6-47f4-4e7f-9f98-5f9a8d083a72" providerId="ADAL" clId="{45B71B24-CEF3-4C3E-9561-CDDDFE60B7E0}" dt="2026-09-16T07:31:04.541" v="2522" actId="164"/>
          <ac:spMkLst>
            <pc:docMk/>
            <pc:sldMk cId="585844416" sldId="333"/>
            <ac:spMk id="15" creationId="{41055899-0617-CE38-3FC4-074AAA41E881}"/>
          </ac:spMkLst>
        </pc:spChg>
        <pc:spChg chg="mod topLvl">
          <ac:chgData name="Sofie Nimmegeers" userId="b83f35a6-47f4-4e7f-9f98-5f9a8d083a72" providerId="ADAL" clId="{45B71B24-CEF3-4C3E-9561-CDDDFE60B7E0}" dt="2026-09-16T07:42:37.574" v="2562" actId="6549"/>
          <ac:spMkLst>
            <pc:docMk/>
            <pc:sldMk cId="585844416" sldId="333"/>
            <ac:spMk id="16" creationId="{C2E82ABF-5F09-7C2D-D066-E89D997CE808}"/>
          </ac:spMkLst>
        </pc:spChg>
        <pc:spChg chg="mod">
          <ac:chgData name="Sofie Nimmegeers" userId="b83f35a6-47f4-4e7f-9f98-5f9a8d083a72" providerId="ADAL" clId="{45B71B24-CEF3-4C3E-9561-CDDDFE60B7E0}" dt="2026-09-16T07:35:18.075" v="2544" actId="164"/>
          <ac:spMkLst>
            <pc:docMk/>
            <pc:sldMk cId="585844416" sldId="333"/>
            <ac:spMk id="17" creationId="{6853A6C2-E4B0-A707-E721-0D6DA22A62DA}"/>
          </ac:spMkLst>
        </pc:spChg>
        <pc:spChg chg="mod topLvl">
          <ac:chgData name="Sofie Nimmegeers" userId="b83f35a6-47f4-4e7f-9f98-5f9a8d083a72" providerId="ADAL" clId="{45B71B24-CEF3-4C3E-9561-CDDDFE60B7E0}" dt="2026-09-16T07:56:00.227" v="2775"/>
          <ac:spMkLst>
            <pc:docMk/>
            <pc:sldMk cId="585844416" sldId="333"/>
            <ac:spMk id="18" creationId="{30FCD666-5A52-D882-1FE1-42302C0C2413}"/>
          </ac:spMkLst>
        </pc:spChg>
        <pc:spChg chg="mod topLvl">
          <ac:chgData name="Sofie Nimmegeers" userId="b83f35a6-47f4-4e7f-9f98-5f9a8d083a72" providerId="ADAL" clId="{45B71B24-CEF3-4C3E-9561-CDDDFE60B7E0}" dt="2026-09-16T07:35:24.272" v="2545" actId="164"/>
          <ac:spMkLst>
            <pc:docMk/>
            <pc:sldMk cId="585844416" sldId="333"/>
            <ac:spMk id="19" creationId="{D179D5A1-887D-C3D7-CDD8-9DB68E731926}"/>
          </ac:spMkLst>
        </pc:spChg>
        <pc:spChg chg="mod">
          <ac:chgData name="Sofie Nimmegeers" userId="b83f35a6-47f4-4e7f-9f98-5f9a8d083a72" providerId="ADAL" clId="{45B71B24-CEF3-4C3E-9561-CDDDFE60B7E0}" dt="2026-09-16T07:58:11.091" v="2804" actId="20577"/>
          <ac:spMkLst>
            <pc:docMk/>
            <pc:sldMk cId="585844416" sldId="333"/>
            <ac:spMk id="20" creationId="{A4D81178-9315-D4D2-C08E-B371DE0DF05A}"/>
          </ac:spMkLst>
        </pc:spChg>
        <pc:spChg chg="add del mod topLvl">
          <ac:chgData name="Sofie Nimmegeers" userId="b83f35a6-47f4-4e7f-9f98-5f9a8d083a72" providerId="ADAL" clId="{45B71B24-CEF3-4C3E-9561-CDDDFE60B7E0}" dt="2026-09-16T08:36:34.619" v="2843" actId="1035"/>
          <ac:spMkLst>
            <pc:docMk/>
            <pc:sldMk cId="585844416" sldId="333"/>
            <ac:spMk id="35" creationId="{EB9E1124-A436-F6D9-18EC-5A8EDAA7FD22}"/>
          </ac:spMkLst>
        </pc:spChg>
        <pc:spChg chg="add mod">
          <ac:chgData name="Sofie Nimmegeers" userId="b83f35a6-47f4-4e7f-9f98-5f9a8d083a72" providerId="ADAL" clId="{45B71B24-CEF3-4C3E-9561-CDDDFE60B7E0}" dt="2026-09-16T07:55:42.945" v="2774"/>
          <ac:spMkLst>
            <pc:docMk/>
            <pc:sldMk cId="585844416" sldId="333"/>
            <ac:spMk id="37" creationId="{DBE1DAF3-0BAE-7420-04A7-75581297E8B7}"/>
          </ac:spMkLst>
        </pc:spChg>
        <pc:grpChg chg="add mod">
          <ac:chgData name="Sofie Nimmegeers" userId="b83f35a6-47f4-4e7f-9f98-5f9a8d083a72" providerId="ADAL" clId="{45B71B24-CEF3-4C3E-9561-CDDDFE60B7E0}" dt="2026-09-16T07:50:33.467" v="2719" actId="1035"/>
          <ac:grpSpMkLst>
            <pc:docMk/>
            <pc:sldMk cId="585844416" sldId="333"/>
            <ac:grpSpMk id="21" creationId="{CB3A6575-1A44-6E8E-E43F-F1637E05BE05}"/>
          </ac:grpSpMkLst>
        </pc:grpChg>
        <pc:grpChg chg="add mod">
          <ac:chgData name="Sofie Nimmegeers" userId="b83f35a6-47f4-4e7f-9f98-5f9a8d083a72" providerId="ADAL" clId="{45B71B24-CEF3-4C3E-9561-CDDDFE60B7E0}" dt="2026-09-16T07:50:33.467" v="2719" actId="1035"/>
          <ac:grpSpMkLst>
            <pc:docMk/>
            <pc:sldMk cId="585844416" sldId="333"/>
            <ac:grpSpMk id="22" creationId="{8BD82524-EF55-9028-9C5A-22658B8514D4}"/>
          </ac:grpSpMkLst>
        </pc:grpChg>
        <pc:grpChg chg="add mod">
          <ac:chgData name="Sofie Nimmegeers" userId="b83f35a6-47f4-4e7f-9f98-5f9a8d083a72" providerId="ADAL" clId="{45B71B24-CEF3-4C3E-9561-CDDDFE60B7E0}" dt="2026-09-16T07:50:33.467" v="2719" actId="1035"/>
          <ac:grpSpMkLst>
            <pc:docMk/>
            <pc:sldMk cId="585844416" sldId="333"/>
            <ac:grpSpMk id="23" creationId="{B1A36057-02E3-1473-F526-2BE38ABAA44C}"/>
          </ac:grpSpMkLst>
        </pc:grpChg>
        <pc:grpChg chg="add mod">
          <ac:chgData name="Sofie Nimmegeers" userId="b83f35a6-47f4-4e7f-9f98-5f9a8d083a72" providerId="ADAL" clId="{45B71B24-CEF3-4C3E-9561-CDDDFE60B7E0}" dt="2026-09-16T08:32:13.273" v="2832" actId="1036"/>
          <ac:grpSpMkLst>
            <pc:docMk/>
            <pc:sldMk cId="585844416" sldId="333"/>
            <ac:grpSpMk id="24" creationId="{F538D1B4-1192-E0E5-C5D5-1F9CDEC8852D}"/>
          </ac:grpSpMkLst>
        </pc:grpChg>
        <pc:grpChg chg="add mod">
          <ac:chgData name="Sofie Nimmegeers" userId="b83f35a6-47f4-4e7f-9f98-5f9a8d083a72" providerId="ADAL" clId="{45B71B24-CEF3-4C3E-9561-CDDDFE60B7E0}" dt="2026-09-16T08:32:13.273" v="2832" actId="1036"/>
          <ac:grpSpMkLst>
            <pc:docMk/>
            <pc:sldMk cId="585844416" sldId="333"/>
            <ac:grpSpMk id="25" creationId="{415EF548-D0C7-7505-8F44-F54D6E2D8F77}"/>
          </ac:grpSpMkLst>
        </pc:grpChg>
        <pc:grpChg chg="add mod">
          <ac:chgData name="Sofie Nimmegeers" userId="b83f35a6-47f4-4e7f-9f98-5f9a8d083a72" providerId="ADAL" clId="{45B71B24-CEF3-4C3E-9561-CDDDFE60B7E0}" dt="2026-09-16T08:32:13.273" v="2832" actId="1036"/>
          <ac:grpSpMkLst>
            <pc:docMk/>
            <pc:sldMk cId="585844416" sldId="333"/>
            <ac:grpSpMk id="26" creationId="{DE03BA22-5865-240A-2065-1BA62EC91C8F}"/>
          </ac:grpSpMkLst>
        </pc:grpChg>
        <pc:picChg chg="add mod ord">
          <ac:chgData name="Sofie Nimmegeers" userId="b83f35a6-47f4-4e7f-9f98-5f9a8d083a72" providerId="ADAL" clId="{45B71B24-CEF3-4C3E-9561-CDDDFE60B7E0}" dt="2026-09-16T08:32:51.556" v="2839" actId="1036"/>
          <ac:picMkLst>
            <pc:docMk/>
            <pc:sldMk cId="585844416" sldId="333"/>
            <ac:picMk id="32" creationId="{88CB7F66-16A0-DCF9-7CE5-188105EAC718}"/>
          </ac:picMkLst>
        </pc:picChg>
        <pc:picChg chg="add mod">
          <ac:chgData name="Sofie Nimmegeers" userId="b83f35a6-47f4-4e7f-9f98-5f9a8d083a72" providerId="ADAL" clId="{45B71B24-CEF3-4C3E-9561-CDDDFE60B7E0}" dt="2026-09-16T08:33:02.078" v="2842" actId="1036"/>
          <ac:picMkLst>
            <pc:docMk/>
            <pc:sldMk cId="585844416" sldId="333"/>
            <ac:picMk id="39" creationId="{0A80401D-085F-D9AC-6D14-3A1C6951D866}"/>
          </ac:picMkLst>
        </pc:picChg>
        <pc:picChg chg="add mod">
          <ac:chgData name="Sofie Nimmegeers" userId="b83f35a6-47f4-4e7f-9f98-5f9a8d083a72" providerId="ADAL" clId="{45B71B24-CEF3-4C3E-9561-CDDDFE60B7E0}" dt="2026-09-16T08:32:20.278" v="2833" actId="1076"/>
          <ac:picMkLst>
            <pc:docMk/>
            <pc:sldMk cId="585844416" sldId="333"/>
            <ac:picMk id="41" creationId="{9846CD2B-C1FA-2878-8067-D4121A237E49}"/>
          </ac:picMkLst>
        </pc:picChg>
      </pc:sldChg>
      <pc:sldChg chg="addSp delSp modSp new mod">
        <pc:chgData name="Sofie Nimmegeers" userId="b83f35a6-47f4-4e7f-9f98-5f9a8d083a72" providerId="ADAL" clId="{45B71B24-CEF3-4C3E-9561-CDDDFE60B7E0}" dt="2026-09-16T07:28:42.528" v="2504" actId="113"/>
        <pc:sldMkLst>
          <pc:docMk/>
          <pc:sldMk cId="579809005" sldId="335"/>
        </pc:sldMkLst>
        <pc:spChg chg="add mod">
          <ac:chgData name="Sofie Nimmegeers" userId="b83f35a6-47f4-4e7f-9f98-5f9a8d083a72" providerId="ADAL" clId="{45B71B24-CEF3-4C3E-9561-CDDDFE60B7E0}" dt="2026-09-16T07:17:41.572" v="2408" actId="20577"/>
          <ac:spMkLst>
            <pc:docMk/>
            <pc:sldMk cId="579809005" sldId="335"/>
            <ac:spMk id="4" creationId="{0973B916-BCCF-0F7E-5E86-758E21A58CAF}"/>
          </ac:spMkLst>
        </pc:spChg>
        <pc:spChg chg="add mod">
          <ac:chgData name="Sofie Nimmegeers" userId="b83f35a6-47f4-4e7f-9f98-5f9a8d083a72" providerId="ADAL" clId="{45B71B24-CEF3-4C3E-9561-CDDDFE60B7E0}" dt="2026-09-16T07:28:42.528" v="2504" actId="113"/>
          <ac:spMkLst>
            <pc:docMk/>
            <pc:sldMk cId="579809005" sldId="335"/>
            <ac:spMk id="5" creationId="{B2C0E8F4-C49B-667F-72B6-04CDAA48F46D}"/>
          </ac:spMkLst>
        </pc:spChg>
      </pc:sldChg>
      <pc:sldChg chg="addSp delSp modSp new mod">
        <pc:chgData name="Sofie Nimmegeers" userId="b83f35a6-47f4-4e7f-9f98-5f9a8d083a72" providerId="ADAL" clId="{45B71B24-CEF3-4C3E-9561-CDDDFE60B7E0}" dt="2026-09-22T06:35:41.009" v="4944" actId="20577"/>
        <pc:sldMkLst>
          <pc:docMk/>
          <pc:sldMk cId="2168354631" sldId="336"/>
        </pc:sldMkLst>
        <pc:spChg chg="add mod">
          <ac:chgData name="Sofie Nimmegeers" userId="b83f35a6-47f4-4e7f-9f98-5f9a8d083a72" providerId="ADAL" clId="{45B71B24-CEF3-4C3E-9561-CDDDFE60B7E0}" dt="2026-09-15T14:52:04.766" v="2199" actId="20577"/>
          <ac:spMkLst>
            <pc:docMk/>
            <pc:sldMk cId="2168354631" sldId="336"/>
            <ac:spMk id="4" creationId="{8D6B7F75-EB3B-F775-58BF-E3D2D4800FAD}"/>
          </ac:spMkLst>
        </pc:spChg>
        <pc:graphicFrameChg chg="add modGraphic">
          <ac:chgData name="Sofie Nimmegeers" userId="b83f35a6-47f4-4e7f-9f98-5f9a8d083a72" providerId="ADAL" clId="{45B71B24-CEF3-4C3E-9561-CDDDFE60B7E0}" dt="2026-09-22T06:35:41.009" v="4944" actId="20577"/>
          <ac:graphicFrameMkLst>
            <pc:docMk/>
            <pc:sldMk cId="2168354631" sldId="336"/>
            <ac:graphicFrameMk id="5" creationId="{95CE96EF-521D-7703-CCA4-670CD6769CDC}"/>
          </ac:graphicFrameMkLst>
        </pc:graphicFrameChg>
      </pc:sldChg>
      <pc:sldChg chg="addSp modSp add mod">
        <pc:chgData name="Sofie Nimmegeers" userId="b83f35a6-47f4-4e7f-9f98-5f9a8d083a72" providerId="ADAL" clId="{45B71B24-CEF3-4C3E-9561-CDDDFE60B7E0}" dt="2026-09-21T18:13:50.733" v="4640" actId="20577"/>
        <pc:sldMkLst>
          <pc:docMk/>
          <pc:sldMk cId="3870077554" sldId="337"/>
        </pc:sldMkLst>
        <pc:spChg chg="mod">
          <ac:chgData name="Sofie Nimmegeers" userId="b83f35a6-47f4-4e7f-9f98-5f9a8d083a72" providerId="ADAL" clId="{45B71B24-CEF3-4C3E-9561-CDDDFE60B7E0}" dt="2026-09-15T14:52:43.809" v="2235" actId="20577"/>
          <ac:spMkLst>
            <pc:docMk/>
            <pc:sldMk cId="3870077554" sldId="337"/>
            <ac:spMk id="4" creationId="{74B56A67-F0D1-DBB8-A139-5FF8C41553BA}"/>
          </ac:spMkLst>
        </pc:spChg>
        <pc:spChg chg="add mod">
          <ac:chgData name="Sofie Nimmegeers" userId="b83f35a6-47f4-4e7f-9f98-5f9a8d083a72" providerId="ADAL" clId="{45B71B24-CEF3-4C3E-9561-CDDDFE60B7E0}" dt="2026-09-16T07:04:26.947" v="2339" actId="20577"/>
          <ac:spMkLst>
            <pc:docMk/>
            <pc:sldMk cId="3870077554" sldId="337"/>
            <ac:spMk id="5" creationId="{085514E7-CE60-A883-690B-76DB71E14FD3}"/>
          </ac:spMkLst>
        </pc:spChg>
        <pc:graphicFrameChg chg="modGraphic">
          <ac:chgData name="Sofie Nimmegeers" userId="b83f35a6-47f4-4e7f-9f98-5f9a8d083a72" providerId="ADAL" clId="{45B71B24-CEF3-4C3E-9561-CDDDFE60B7E0}" dt="2026-09-21T18:13:50.733" v="4640" actId="20577"/>
          <ac:graphicFrameMkLst>
            <pc:docMk/>
            <pc:sldMk cId="3870077554" sldId="337"/>
            <ac:graphicFrameMk id="3" creationId="{4BDA8FDC-74CE-D8AC-CE47-C094CB315F7B}"/>
          </ac:graphicFrameMkLst>
        </pc:graphicFrameChg>
      </pc:sldChg>
      <pc:sldChg chg="addSp modSp new mod">
        <pc:chgData name="Sofie Nimmegeers" userId="b83f35a6-47f4-4e7f-9f98-5f9a8d083a72" providerId="ADAL" clId="{45B71B24-CEF3-4C3E-9561-CDDDFE60B7E0}" dt="2026-09-19T07:55:48.767" v="4149" actId="20577"/>
        <pc:sldMkLst>
          <pc:docMk/>
          <pc:sldMk cId="2037262506" sldId="338"/>
        </pc:sldMkLst>
        <pc:spChg chg="add mod">
          <ac:chgData name="Sofie Nimmegeers" userId="b83f35a6-47f4-4e7f-9f98-5f9a8d083a72" providerId="ADAL" clId="{45B71B24-CEF3-4C3E-9561-CDDDFE60B7E0}" dt="2026-09-19T07:55:48.767" v="4149" actId="20577"/>
          <ac:spMkLst>
            <pc:docMk/>
            <pc:sldMk cId="2037262506" sldId="338"/>
            <ac:spMk id="3" creationId="{C2FBCDA8-7DA4-54A7-618D-2A20D38CC2C7}"/>
          </ac:spMkLst>
        </pc:spChg>
        <pc:spChg chg="add mod">
          <ac:chgData name="Sofie Nimmegeers" userId="b83f35a6-47f4-4e7f-9f98-5f9a8d083a72" providerId="ADAL" clId="{45B71B24-CEF3-4C3E-9561-CDDDFE60B7E0}" dt="2026-09-16T09:14:35.129" v="3031" actId="14100"/>
          <ac:spMkLst>
            <pc:docMk/>
            <pc:sldMk cId="2037262506" sldId="338"/>
            <ac:spMk id="7" creationId="{AE66BAF9-51EE-D45F-3966-20A58495E77D}"/>
          </ac:spMkLst>
        </pc:spChg>
        <pc:spChg chg="add mod">
          <ac:chgData name="Sofie Nimmegeers" userId="b83f35a6-47f4-4e7f-9f98-5f9a8d083a72" providerId="ADAL" clId="{45B71B24-CEF3-4C3E-9561-CDDDFE60B7E0}" dt="2026-09-16T09:16:19.248" v="3032" actId="1076"/>
          <ac:spMkLst>
            <pc:docMk/>
            <pc:sldMk cId="2037262506" sldId="338"/>
            <ac:spMk id="9" creationId="{11948D53-98F2-0240-1339-674F1D526429}"/>
          </ac:spMkLst>
        </pc:spChg>
        <pc:picChg chg="add mod">
          <ac:chgData name="Sofie Nimmegeers" userId="b83f35a6-47f4-4e7f-9f98-5f9a8d083a72" providerId="ADAL" clId="{45B71B24-CEF3-4C3E-9561-CDDDFE60B7E0}" dt="2026-09-16T09:14:25.164" v="3029" actId="14100"/>
          <ac:picMkLst>
            <pc:docMk/>
            <pc:sldMk cId="2037262506" sldId="338"/>
            <ac:picMk id="5" creationId="{69CE5AF5-3448-C3FF-1CEB-108E3547F9AA}"/>
          </ac:picMkLst>
        </pc:picChg>
      </pc:sldChg>
      <pc:sldChg chg="addSp delSp modSp add mod">
        <pc:chgData name="Sofie Nimmegeers" userId="b83f35a6-47f4-4e7f-9f98-5f9a8d083a72" providerId="ADAL" clId="{45B71B24-CEF3-4C3E-9561-CDDDFE60B7E0}" dt="2026-09-19T07:56:27.576" v="4161" actId="22"/>
        <pc:sldMkLst>
          <pc:docMk/>
          <pc:sldMk cId="2698299977" sldId="339"/>
        </pc:sldMkLst>
        <pc:spChg chg="mod">
          <ac:chgData name="Sofie Nimmegeers" userId="b83f35a6-47f4-4e7f-9f98-5f9a8d083a72" providerId="ADAL" clId="{45B71B24-CEF3-4C3E-9561-CDDDFE60B7E0}" dt="2026-09-19T07:56:14.285" v="4160" actId="20577"/>
          <ac:spMkLst>
            <pc:docMk/>
            <pc:sldMk cId="2698299977" sldId="339"/>
            <ac:spMk id="3" creationId="{6B4C9056-AECA-9647-9553-D9EF1C24F0FB}"/>
          </ac:spMkLst>
        </pc:spChg>
        <pc:spChg chg="add mod">
          <ac:chgData name="Sofie Nimmegeers" userId="b83f35a6-47f4-4e7f-9f98-5f9a8d083a72" providerId="ADAL" clId="{45B71B24-CEF3-4C3E-9561-CDDDFE60B7E0}" dt="2026-09-19T07:56:05.772" v="4151" actId="20577"/>
          <ac:spMkLst>
            <pc:docMk/>
            <pc:sldMk cId="2698299977" sldId="339"/>
            <ac:spMk id="10" creationId="{55795D13-8978-88F8-963A-E403476DC041}"/>
          </ac:spMkLst>
        </pc:spChg>
        <pc:spChg chg="add">
          <ac:chgData name="Sofie Nimmegeers" userId="b83f35a6-47f4-4e7f-9f98-5f9a8d083a72" providerId="ADAL" clId="{45B71B24-CEF3-4C3E-9561-CDDDFE60B7E0}" dt="2026-09-19T07:56:27.576" v="4161" actId="22"/>
          <ac:spMkLst>
            <pc:docMk/>
            <pc:sldMk cId="2698299977" sldId="339"/>
            <ac:spMk id="12" creationId="{991DB1EA-72C5-CF08-1B2A-83093F1187DA}"/>
          </ac:spMkLst>
        </pc:spChg>
        <pc:picChg chg="add">
          <ac:chgData name="Sofie Nimmegeers" userId="b83f35a6-47f4-4e7f-9f98-5f9a8d083a72" providerId="ADAL" clId="{45B71B24-CEF3-4C3E-9561-CDDDFE60B7E0}" dt="2026-09-19T07:55:23.652" v="4135" actId="22"/>
          <ac:picMkLst>
            <pc:docMk/>
            <pc:sldMk cId="2698299977" sldId="339"/>
            <ac:picMk id="8" creationId="{A328D980-C354-75F2-A73E-1B92C714E503}"/>
          </ac:picMkLst>
        </pc:picChg>
      </pc:sldChg>
      <pc:sldChg chg="addSp delSp modSp add mod">
        <pc:chgData name="Sofie Nimmegeers" userId="b83f35a6-47f4-4e7f-9f98-5f9a8d083a72" providerId="ADAL" clId="{45B71B24-CEF3-4C3E-9561-CDDDFE60B7E0}" dt="2026-09-19T08:29:35.047" v="4302" actId="1076"/>
        <pc:sldMkLst>
          <pc:docMk/>
          <pc:sldMk cId="2484953137" sldId="340"/>
        </pc:sldMkLst>
        <pc:spChg chg="mod">
          <ac:chgData name="Sofie Nimmegeers" userId="b83f35a6-47f4-4e7f-9f98-5f9a8d083a72" providerId="ADAL" clId="{45B71B24-CEF3-4C3E-9561-CDDDFE60B7E0}" dt="2026-09-19T07:28:50.562" v="4005" actId="20577"/>
          <ac:spMkLst>
            <pc:docMk/>
            <pc:sldMk cId="2484953137" sldId="340"/>
            <ac:spMk id="3" creationId="{159CBFBF-154A-774A-4677-CC6480D69F8B}"/>
          </ac:spMkLst>
        </pc:spChg>
        <pc:spChg chg="add mod">
          <ac:chgData name="Sofie Nimmegeers" userId="b83f35a6-47f4-4e7f-9f98-5f9a8d083a72" providerId="ADAL" clId="{45B71B24-CEF3-4C3E-9561-CDDDFE60B7E0}" dt="2026-09-19T07:31:51.177" v="4039" actId="20577"/>
          <ac:spMkLst>
            <pc:docMk/>
            <pc:sldMk cId="2484953137" sldId="340"/>
            <ac:spMk id="4" creationId="{14CF1BD6-A3FE-4671-F273-E3F0F85C661E}"/>
          </ac:spMkLst>
        </pc:spChg>
        <pc:picChg chg="add mod">
          <ac:chgData name="Sofie Nimmegeers" userId="b83f35a6-47f4-4e7f-9f98-5f9a8d083a72" providerId="ADAL" clId="{45B71B24-CEF3-4C3E-9561-CDDDFE60B7E0}" dt="2026-09-19T08:29:35.047" v="4302" actId="1076"/>
          <ac:picMkLst>
            <pc:docMk/>
            <pc:sldMk cId="2484953137" sldId="340"/>
            <ac:picMk id="9" creationId="{353C47C5-076F-A85E-7911-BEDDE2457FAE}"/>
          </ac:picMkLst>
        </pc:picChg>
      </pc:sldChg>
      <pc:sldChg chg="addSp delSp modSp add mod">
        <pc:chgData name="Sofie Nimmegeers" userId="b83f35a6-47f4-4e7f-9f98-5f9a8d083a72" providerId="ADAL" clId="{45B71B24-CEF3-4C3E-9561-CDDDFE60B7E0}" dt="2026-09-19T08:58:38.722" v="4493" actId="22"/>
        <pc:sldMkLst>
          <pc:docMk/>
          <pc:sldMk cId="1084789081" sldId="341"/>
        </pc:sldMkLst>
        <pc:spChg chg="mod">
          <ac:chgData name="Sofie Nimmegeers" userId="b83f35a6-47f4-4e7f-9f98-5f9a8d083a72" providerId="ADAL" clId="{45B71B24-CEF3-4C3E-9561-CDDDFE60B7E0}" dt="2026-09-19T07:40:14.079" v="4067" actId="20577"/>
          <ac:spMkLst>
            <pc:docMk/>
            <pc:sldMk cId="1084789081" sldId="341"/>
            <ac:spMk id="3" creationId="{EAA16FCD-F8F9-620E-21C9-5DC0870F1BFC}"/>
          </ac:spMkLst>
        </pc:spChg>
        <pc:spChg chg="add mod">
          <ac:chgData name="Sofie Nimmegeers" userId="b83f35a6-47f4-4e7f-9f98-5f9a8d083a72" providerId="ADAL" clId="{45B71B24-CEF3-4C3E-9561-CDDDFE60B7E0}" dt="2026-09-19T07:40:17.564" v="4069" actId="20577"/>
          <ac:spMkLst>
            <pc:docMk/>
            <pc:sldMk cId="1084789081" sldId="341"/>
            <ac:spMk id="6" creationId="{9C1A4620-EE47-1A5F-B823-65E0EB3FDF10}"/>
          </ac:spMkLst>
        </pc:spChg>
        <pc:picChg chg="add">
          <ac:chgData name="Sofie Nimmegeers" userId="b83f35a6-47f4-4e7f-9f98-5f9a8d083a72" providerId="ADAL" clId="{45B71B24-CEF3-4C3E-9561-CDDDFE60B7E0}" dt="2026-09-19T08:58:38.722" v="4493" actId="22"/>
          <ac:picMkLst>
            <pc:docMk/>
            <pc:sldMk cId="1084789081" sldId="341"/>
            <ac:picMk id="8" creationId="{E84D9748-361E-FDA4-7D08-59C66ABE0878}"/>
          </ac:picMkLst>
        </pc:picChg>
      </pc:sldChg>
      <pc:sldChg chg="addSp delSp modSp add mod">
        <pc:chgData name="Sofie Nimmegeers" userId="b83f35a6-47f4-4e7f-9f98-5f9a8d083a72" providerId="ADAL" clId="{45B71B24-CEF3-4C3E-9561-CDDDFE60B7E0}" dt="2026-09-22T08:20:17.986" v="5171" actId="1076"/>
        <pc:sldMkLst>
          <pc:docMk/>
          <pc:sldMk cId="960988247" sldId="342"/>
        </pc:sldMkLst>
        <pc:spChg chg="mod">
          <ac:chgData name="Sofie Nimmegeers" userId="b83f35a6-47f4-4e7f-9f98-5f9a8d083a72" providerId="ADAL" clId="{45B71B24-CEF3-4C3E-9561-CDDDFE60B7E0}" dt="2026-09-19T07:30:36.788" v="4032" actId="20577"/>
          <ac:spMkLst>
            <pc:docMk/>
            <pc:sldMk cId="960988247" sldId="342"/>
            <ac:spMk id="3" creationId="{F6BEF813-AB29-1DBB-BAA5-500A41D5704D}"/>
          </ac:spMkLst>
        </pc:spChg>
        <pc:spChg chg="add mod">
          <ac:chgData name="Sofie Nimmegeers" userId="b83f35a6-47f4-4e7f-9f98-5f9a8d083a72" providerId="ADAL" clId="{45B71B24-CEF3-4C3E-9561-CDDDFE60B7E0}" dt="2026-09-22T08:19:14.616" v="5165" actId="20577"/>
          <ac:spMkLst>
            <pc:docMk/>
            <pc:sldMk cId="960988247" sldId="342"/>
            <ac:spMk id="16" creationId="{1F9CCACE-05D7-E6BB-1883-A5C30F362CA2}"/>
          </ac:spMkLst>
        </pc:spChg>
        <pc:graphicFrameChg chg="add mod">
          <ac:chgData name="Sofie Nimmegeers" userId="b83f35a6-47f4-4e7f-9f98-5f9a8d083a72" providerId="ADAL" clId="{45B71B24-CEF3-4C3E-9561-CDDDFE60B7E0}" dt="2026-09-22T08:20:09.408" v="5168"/>
          <ac:graphicFrameMkLst>
            <pc:docMk/>
            <pc:sldMk cId="960988247" sldId="342"/>
            <ac:graphicFrameMk id="2" creationId="{F9108799-464D-C3EA-2B35-A094D8442838}"/>
          </ac:graphicFrameMkLst>
        </pc:graphicFrameChg>
        <pc:picChg chg="add del mod">
          <ac:chgData name="Sofie Nimmegeers" userId="b83f35a6-47f4-4e7f-9f98-5f9a8d083a72" providerId="ADAL" clId="{45B71B24-CEF3-4C3E-9561-CDDDFE60B7E0}" dt="2026-09-22T08:20:07.893" v="5167" actId="478"/>
          <ac:picMkLst>
            <pc:docMk/>
            <pc:sldMk cId="960988247" sldId="342"/>
            <ac:picMk id="5" creationId="{BBD66481-3A39-E65B-3A80-EC63DEE56D53}"/>
          </ac:picMkLst>
        </pc:picChg>
        <pc:picChg chg="add mod">
          <ac:chgData name="Sofie Nimmegeers" userId="b83f35a6-47f4-4e7f-9f98-5f9a8d083a72" providerId="ADAL" clId="{45B71B24-CEF3-4C3E-9561-CDDDFE60B7E0}" dt="2026-09-22T08:20:17.986" v="5171" actId="1076"/>
          <ac:picMkLst>
            <pc:docMk/>
            <pc:sldMk cId="960988247" sldId="342"/>
            <ac:picMk id="6" creationId="{6B7C7DAC-D363-510F-6B3C-6B1F2D58AC17}"/>
          </ac:picMkLst>
        </pc:picChg>
      </pc:sldChg>
      <pc:sldChg chg="addSp delSp modSp add mod">
        <pc:chgData name="Sofie Nimmegeers" userId="b83f35a6-47f4-4e7f-9f98-5f9a8d083a72" providerId="ADAL" clId="{45B71B24-CEF3-4C3E-9561-CDDDFE60B7E0}" dt="2026-09-22T08:20:22.018" v="5173" actId="22"/>
        <pc:sldMkLst>
          <pc:docMk/>
          <pc:sldMk cId="2956535875" sldId="343"/>
        </pc:sldMkLst>
        <pc:spChg chg="mod">
          <ac:chgData name="Sofie Nimmegeers" userId="b83f35a6-47f4-4e7f-9f98-5f9a8d083a72" providerId="ADAL" clId="{45B71B24-CEF3-4C3E-9561-CDDDFE60B7E0}" dt="2026-09-19T07:30:32.938" v="4031" actId="20577"/>
          <ac:spMkLst>
            <pc:docMk/>
            <pc:sldMk cId="2956535875" sldId="343"/>
            <ac:spMk id="3" creationId="{BF16519F-50FC-6B58-68D5-BBA96CAF613D}"/>
          </ac:spMkLst>
        </pc:spChg>
        <pc:spChg chg="mod">
          <ac:chgData name="Sofie Nimmegeers" userId="b83f35a6-47f4-4e7f-9f98-5f9a8d083a72" providerId="ADAL" clId="{45B71B24-CEF3-4C3E-9561-CDDDFE60B7E0}" dt="2026-09-22T08:19:22.624" v="5166" actId="20577"/>
          <ac:spMkLst>
            <pc:docMk/>
            <pc:sldMk cId="2956535875" sldId="343"/>
            <ac:spMk id="16" creationId="{8E8C681D-38DA-5EEE-FB50-C93939C23489}"/>
          </ac:spMkLst>
        </pc:spChg>
        <pc:picChg chg="add">
          <ac:chgData name="Sofie Nimmegeers" userId="b83f35a6-47f4-4e7f-9f98-5f9a8d083a72" providerId="ADAL" clId="{45B71B24-CEF3-4C3E-9561-CDDDFE60B7E0}" dt="2026-09-22T08:20:22.018" v="5173" actId="22"/>
          <ac:picMkLst>
            <pc:docMk/>
            <pc:sldMk cId="2956535875" sldId="343"/>
            <ac:picMk id="4" creationId="{C926BA21-3D3A-B0A1-9355-83A85E6638A5}"/>
          </ac:picMkLst>
        </pc:picChg>
        <pc:picChg chg="add del">
          <ac:chgData name="Sofie Nimmegeers" userId="b83f35a6-47f4-4e7f-9f98-5f9a8d083a72" providerId="ADAL" clId="{45B71B24-CEF3-4C3E-9561-CDDDFE60B7E0}" dt="2026-09-22T08:20:21.620" v="5172" actId="478"/>
          <ac:picMkLst>
            <pc:docMk/>
            <pc:sldMk cId="2956535875" sldId="343"/>
            <ac:picMk id="7" creationId="{E945DA73-DAA1-89B2-B68E-FE1930B84833}"/>
          </ac:picMkLst>
        </pc:picChg>
      </pc:sldChg>
      <pc:sldChg chg="addSp delSp modSp add mod">
        <pc:chgData name="Sofie Nimmegeers" userId="b83f35a6-47f4-4e7f-9f98-5f9a8d083a72" providerId="ADAL" clId="{45B71B24-CEF3-4C3E-9561-CDDDFE60B7E0}" dt="2026-09-19T08:54:49.147" v="4488" actId="478"/>
        <pc:sldMkLst>
          <pc:docMk/>
          <pc:sldMk cId="1812114934" sldId="345"/>
        </pc:sldMkLst>
        <pc:spChg chg="mod">
          <ac:chgData name="Sofie Nimmegeers" userId="b83f35a6-47f4-4e7f-9f98-5f9a8d083a72" providerId="ADAL" clId="{45B71B24-CEF3-4C3E-9561-CDDDFE60B7E0}" dt="2026-09-19T07:29:31.169" v="4019" actId="20577"/>
          <ac:spMkLst>
            <pc:docMk/>
            <pc:sldMk cId="1812114934" sldId="345"/>
            <ac:spMk id="3" creationId="{BA37C841-7024-9DB9-A172-AD09C763131D}"/>
          </ac:spMkLst>
        </pc:spChg>
        <pc:spChg chg="mod">
          <ac:chgData name="Sofie Nimmegeers" userId="b83f35a6-47f4-4e7f-9f98-5f9a8d083a72" providerId="ADAL" clId="{45B71B24-CEF3-4C3E-9561-CDDDFE60B7E0}" dt="2026-09-19T08:54:40.673" v="4487" actId="948"/>
          <ac:spMkLst>
            <pc:docMk/>
            <pc:sldMk cId="1812114934" sldId="345"/>
            <ac:spMk id="4" creationId="{89BE0B56-744A-3388-EB2F-C959FA33158C}"/>
          </ac:spMkLst>
        </pc:spChg>
        <pc:spChg chg="add mod">
          <ac:chgData name="Sofie Nimmegeers" userId="b83f35a6-47f4-4e7f-9f98-5f9a8d083a72" providerId="ADAL" clId="{45B71B24-CEF3-4C3E-9561-CDDDFE60B7E0}" dt="2026-09-19T08:39:13.877" v="4400" actId="1076"/>
          <ac:spMkLst>
            <pc:docMk/>
            <pc:sldMk cId="1812114934" sldId="345"/>
            <ac:spMk id="12" creationId="{B738AE91-9C37-2743-406F-C72EE02CCCFB}"/>
          </ac:spMkLst>
        </pc:spChg>
        <pc:spChg chg="add del mod">
          <ac:chgData name="Sofie Nimmegeers" userId="b83f35a6-47f4-4e7f-9f98-5f9a8d083a72" providerId="ADAL" clId="{45B71B24-CEF3-4C3E-9561-CDDDFE60B7E0}" dt="2026-09-19T08:39:08.239" v="4399" actId="1076"/>
          <ac:spMkLst>
            <pc:docMk/>
            <pc:sldMk cId="1812114934" sldId="345"/>
            <ac:spMk id="13" creationId="{9C5A27FB-709C-1C67-0230-393130C831CB}"/>
          </ac:spMkLst>
        </pc:spChg>
        <pc:picChg chg="add mod">
          <ac:chgData name="Sofie Nimmegeers" userId="b83f35a6-47f4-4e7f-9f98-5f9a8d083a72" providerId="ADAL" clId="{45B71B24-CEF3-4C3E-9561-CDDDFE60B7E0}" dt="2026-09-19T08:32:00.031" v="4344" actId="1038"/>
          <ac:picMkLst>
            <pc:docMk/>
            <pc:sldMk cId="1812114934" sldId="345"/>
            <ac:picMk id="11" creationId="{6B9B8536-0901-7B68-4248-C79ABA5A6B8A}"/>
          </ac:picMkLst>
        </pc:picChg>
      </pc:sldChg>
      <pc:sldChg chg="addSp delSp modSp add mod">
        <pc:chgData name="Sofie Nimmegeers" userId="b83f35a6-47f4-4e7f-9f98-5f9a8d083a72" providerId="ADAL" clId="{45B71B24-CEF3-4C3E-9561-CDDDFE60B7E0}" dt="2026-09-19T07:33:24.961" v="4056" actId="1076"/>
        <pc:sldMkLst>
          <pc:docMk/>
          <pc:sldMk cId="2584176808" sldId="346"/>
        </pc:sldMkLst>
        <pc:spChg chg="mod">
          <ac:chgData name="Sofie Nimmegeers" userId="b83f35a6-47f4-4e7f-9f98-5f9a8d083a72" providerId="ADAL" clId="{45B71B24-CEF3-4C3E-9561-CDDDFE60B7E0}" dt="2026-09-19T07:29:59.603" v="4027" actId="20577"/>
          <ac:spMkLst>
            <pc:docMk/>
            <pc:sldMk cId="2584176808" sldId="346"/>
            <ac:spMk id="3" creationId="{E56C3FB2-05F6-5399-0648-1F697CBA1DCC}"/>
          </ac:spMkLst>
        </pc:spChg>
        <pc:spChg chg="mod">
          <ac:chgData name="Sofie Nimmegeers" userId="b83f35a6-47f4-4e7f-9f98-5f9a8d083a72" providerId="ADAL" clId="{45B71B24-CEF3-4C3E-9561-CDDDFE60B7E0}" dt="2026-09-19T07:32:28.776" v="4043" actId="20577"/>
          <ac:spMkLst>
            <pc:docMk/>
            <pc:sldMk cId="2584176808" sldId="346"/>
            <ac:spMk id="4" creationId="{368E089F-A45F-CAE2-75C1-BECABAAB7373}"/>
          </ac:spMkLst>
        </pc:spChg>
        <pc:picChg chg="add del mod">
          <ac:chgData name="Sofie Nimmegeers" userId="b83f35a6-47f4-4e7f-9f98-5f9a8d083a72" providerId="ADAL" clId="{45B71B24-CEF3-4C3E-9561-CDDDFE60B7E0}" dt="2026-09-19T07:33:24.961" v="4056" actId="1076"/>
          <ac:picMkLst>
            <pc:docMk/>
            <pc:sldMk cId="2584176808" sldId="346"/>
            <ac:picMk id="6" creationId="{69D7F130-041F-CB22-00A3-20D9144E7CC5}"/>
          </ac:picMkLst>
        </pc:picChg>
      </pc:sldChg>
      <pc:sldChg chg="addSp delSp modSp add mod">
        <pc:chgData name="Sofie Nimmegeers" userId="b83f35a6-47f4-4e7f-9f98-5f9a8d083a72" providerId="ADAL" clId="{45B71B24-CEF3-4C3E-9561-CDDDFE60B7E0}" dt="2026-09-22T08:18:44.812" v="5164" actId="13926"/>
        <pc:sldMkLst>
          <pc:docMk/>
          <pc:sldMk cId="3173373374" sldId="347"/>
        </pc:sldMkLst>
        <pc:spChg chg="mod">
          <ac:chgData name="Sofie Nimmegeers" userId="b83f35a6-47f4-4e7f-9f98-5f9a8d083a72" providerId="ADAL" clId="{45B71B24-CEF3-4C3E-9561-CDDDFE60B7E0}" dt="2026-09-19T09:00:51.518" v="4509" actId="20577"/>
          <ac:spMkLst>
            <pc:docMk/>
            <pc:sldMk cId="3173373374" sldId="347"/>
            <ac:spMk id="3" creationId="{2DB78E0A-3A5A-7A9A-2470-8B03F93ECDB6}"/>
          </ac:spMkLst>
        </pc:spChg>
        <pc:spChg chg="add mod">
          <ac:chgData name="Sofie Nimmegeers" userId="b83f35a6-47f4-4e7f-9f98-5f9a8d083a72" providerId="ADAL" clId="{45B71B24-CEF3-4C3E-9561-CDDDFE60B7E0}" dt="2026-09-22T08:18:40.879" v="5163" actId="6549"/>
          <ac:spMkLst>
            <pc:docMk/>
            <pc:sldMk cId="3173373374" sldId="347"/>
            <ac:spMk id="10" creationId="{FC06697C-ED9E-9A17-CF4D-F7E22FDC902B}"/>
          </ac:spMkLst>
        </pc:spChg>
        <pc:spChg chg="add mod">
          <ac:chgData name="Sofie Nimmegeers" userId="b83f35a6-47f4-4e7f-9f98-5f9a8d083a72" providerId="ADAL" clId="{45B71B24-CEF3-4C3E-9561-CDDDFE60B7E0}" dt="2026-09-21T10:17:08.131" v="4634" actId="1038"/>
          <ac:spMkLst>
            <pc:docMk/>
            <pc:sldMk cId="3173373374" sldId="347"/>
            <ac:spMk id="12" creationId="{29C88014-B4FD-A691-AB20-0084EC228371}"/>
          </ac:spMkLst>
        </pc:spChg>
        <pc:spChg chg="add mod">
          <ac:chgData name="Sofie Nimmegeers" userId="b83f35a6-47f4-4e7f-9f98-5f9a8d083a72" providerId="ADAL" clId="{45B71B24-CEF3-4C3E-9561-CDDDFE60B7E0}" dt="2026-09-22T08:18:44.812" v="5164" actId="13926"/>
          <ac:spMkLst>
            <pc:docMk/>
            <pc:sldMk cId="3173373374" sldId="347"/>
            <ac:spMk id="14" creationId="{7DDA202E-9B5C-4271-57B4-1A6B1A2DD36F}"/>
          </ac:spMkLst>
        </pc:spChg>
        <pc:picChg chg="add mod">
          <ac:chgData name="Sofie Nimmegeers" userId="b83f35a6-47f4-4e7f-9f98-5f9a8d083a72" providerId="ADAL" clId="{45B71B24-CEF3-4C3E-9561-CDDDFE60B7E0}" dt="2026-09-19T08:58:29.200" v="4491" actId="1076"/>
          <ac:picMkLst>
            <pc:docMk/>
            <pc:sldMk cId="3173373374" sldId="347"/>
            <ac:picMk id="7" creationId="{7E56B2D1-316B-6126-1F7C-4669932F7898}"/>
          </ac:picMkLst>
        </pc:picChg>
      </pc:sldChg>
      <pc:sldChg chg="addSp delSp modSp add mod">
        <pc:chgData name="Sofie Nimmegeers" userId="b83f35a6-47f4-4e7f-9f98-5f9a8d083a72" providerId="ADAL" clId="{45B71B24-CEF3-4C3E-9561-CDDDFE60B7E0}" dt="2026-09-19T07:45:57.649" v="4088" actId="1076"/>
        <pc:sldMkLst>
          <pc:docMk/>
          <pc:sldMk cId="2765343938" sldId="348"/>
        </pc:sldMkLst>
        <pc:spChg chg="mod">
          <ac:chgData name="Sofie Nimmegeers" userId="b83f35a6-47f4-4e7f-9f98-5f9a8d083a72" providerId="ADAL" clId="{45B71B24-CEF3-4C3E-9561-CDDDFE60B7E0}" dt="2026-09-19T07:43:29.722" v="4081" actId="20577"/>
          <ac:spMkLst>
            <pc:docMk/>
            <pc:sldMk cId="2765343938" sldId="348"/>
            <ac:spMk id="3" creationId="{5D31EF92-D9FD-FE38-F56D-BCB393057156}"/>
          </ac:spMkLst>
        </pc:spChg>
        <pc:spChg chg="add mod">
          <ac:chgData name="Sofie Nimmegeers" userId="b83f35a6-47f4-4e7f-9f98-5f9a8d083a72" providerId="ADAL" clId="{45B71B24-CEF3-4C3E-9561-CDDDFE60B7E0}" dt="2026-09-19T07:43:32.774" v="4083" actId="20577"/>
          <ac:spMkLst>
            <pc:docMk/>
            <pc:sldMk cId="2765343938" sldId="348"/>
            <ac:spMk id="8" creationId="{2679722E-A38F-0285-7608-B78BE21B5146}"/>
          </ac:spMkLst>
        </pc:spChg>
        <pc:picChg chg="add mod">
          <ac:chgData name="Sofie Nimmegeers" userId="b83f35a6-47f4-4e7f-9f98-5f9a8d083a72" providerId="ADAL" clId="{45B71B24-CEF3-4C3E-9561-CDDDFE60B7E0}" dt="2026-09-19T07:45:57.649" v="4088" actId="1076"/>
          <ac:picMkLst>
            <pc:docMk/>
            <pc:sldMk cId="2765343938" sldId="348"/>
            <ac:picMk id="5" creationId="{7FB742F7-3C0D-9302-4DE0-15DB073F1D84}"/>
          </ac:picMkLst>
        </pc:picChg>
      </pc:sldChg>
      <pc:sldChg chg="add">
        <pc:chgData name="Sofie Nimmegeers" userId="b83f35a6-47f4-4e7f-9f98-5f9a8d083a72" providerId="ADAL" clId="{45B71B24-CEF3-4C3E-9561-CDDDFE60B7E0}" dt="2026-09-19T07:55:12.162" v="4130"/>
        <pc:sldMkLst>
          <pc:docMk/>
          <pc:sldMk cId="287730051" sldId="350"/>
        </pc:sldMkLst>
      </pc:sldChg>
      <pc:sldChg chg="addSp delSp modSp add mod">
        <pc:chgData name="Sofie Nimmegeers" userId="b83f35a6-47f4-4e7f-9f98-5f9a8d083a72" providerId="ADAL" clId="{45B71B24-CEF3-4C3E-9561-CDDDFE60B7E0}" dt="2026-09-19T09:25:30.917" v="4599"/>
        <pc:sldMkLst>
          <pc:docMk/>
          <pc:sldMk cId="3888103513" sldId="351"/>
        </pc:sldMkLst>
        <pc:spChg chg="add mod">
          <ac:chgData name="Sofie Nimmegeers" userId="b83f35a6-47f4-4e7f-9f98-5f9a8d083a72" providerId="ADAL" clId="{45B71B24-CEF3-4C3E-9561-CDDDFE60B7E0}" dt="2026-09-19T09:25:30.917" v="4599"/>
          <ac:spMkLst>
            <pc:docMk/>
            <pc:sldMk cId="3888103513" sldId="351"/>
            <ac:spMk id="2" creationId="{B958566C-27B2-356C-BFB8-37F952647FFE}"/>
          </ac:spMkLst>
        </pc:spChg>
        <pc:spChg chg="mod">
          <ac:chgData name="Sofie Nimmegeers" userId="b83f35a6-47f4-4e7f-9f98-5f9a8d083a72" providerId="ADAL" clId="{45B71B24-CEF3-4C3E-9561-CDDDFE60B7E0}" dt="2026-09-19T08:44:39.462" v="4431" actId="20577"/>
          <ac:spMkLst>
            <pc:docMk/>
            <pc:sldMk cId="3888103513" sldId="351"/>
            <ac:spMk id="4" creationId="{5CC0D166-E79D-8C02-5B83-36D4CDA23CA8}"/>
          </ac:spMkLst>
        </pc:spChg>
        <pc:picChg chg="add mod">
          <ac:chgData name="Sofie Nimmegeers" userId="b83f35a6-47f4-4e7f-9f98-5f9a8d083a72" providerId="ADAL" clId="{45B71B24-CEF3-4C3E-9561-CDDDFE60B7E0}" dt="2026-09-19T08:48:22.287" v="4467" actId="1035"/>
          <ac:picMkLst>
            <pc:docMk/>
            <pc:sldMk cId="3888103513" sldId="351"/>
            <ac:picMk id="8" creationId="{97364624-9D54-56C4-9694-5B060F94E557}"/>
          </ac:picMkLst>
        </pc:picChg>
      </pc:sldChg>
      <pc:sldChg chg="addSp delSp modSp add mod">
        <pc:chgData name="Sofie Nimmegeers" userId="b83f35a6-47f4-4e7f-9f98-5f9a8d083a72" providerId="ADAL" clId="{45B71B24-CEF3-4C3E-9561-CDDDFE60B7E0}" dt="2026-09-19T09:31:23.932" v="4608"/>
        <pc:sldMkLst>
          <pc:docMk/>
          <pc:sldMk cId="4134404839" sldId="352"/>
        </pc:sldMkLst>
        <pc:spChg chg="mod">
          <ac:chgData name="Sofie Nimmegeers" userId="b83f35a6-47f4-4e7f-9f98-5f9a8d083a72" providerId="ADAL" clId="{45B71B24-CEF3-4C3E-9561-CDDDFE60B7E0}" dt="2026-09-19T09:00:55.879" v="4511" actId="20577"/>
          <ac:spMkLst>
            <pc:docMk/>
            <pc:sldMk cId="4134404839" sldId="352"/>
            <ac:spMk id="3" creationId="{2E121F50-1864-F163-2DB4-03FBFA8C9FC3}"/>
          </ac:spMkLst>
        </pc:spChg>
        <pc:spChg chg="add mod">
          <ac:chgData name="Sofie Nimmegeers" userId="b83f35a6-47f4-4e7f-9f98-5f9a8d083a72" providerId="ADAL" clId="{45B71B24-CEF3-4C3E-9561-CDDDFE60B7E0}" dt="2026-09-19T09:31:23.932" v="4608"/>
          <ac:spMkLst>
            <pc:docMk/>
            <pc:sldMk cId="4134404839" sldId="352"/>
            <ac:spMk id="4" creationId="{3481FFA5-4118-F21F-6D26-DAFE58442F6B}"/>
          </ac:spMkLst>
        </pc:spChg>
        <pc:spChg chg="add mod">
          <ac:chgData name="Sofie Nimmegeers" userId="b83f35a6-47f4-4e7f-9f98-5f9a8d083a72" providerId="ADAL" clId="{45B71B24-CEF3-4C3E-9561-CDDDFE60B7E0}" dt="2026-09-19T09:27:11.147" v="4603" actId="14100"/>
          <ac:spMkLst>
            <pc:docMk/>
            <pc:sldMk cId="4134404839" sldId="352"/>
            <ac:spMk id="6" creationId="{0334B630-C54C-1C26-0BE3-90B8A650B236}"/>
          </ac:spMkLst>
        </pc:spChg>
        <pc:picChg chg="add mod">
          <ac:chgData name="Sofie Nimmegeers" userId="b83f35a6-47f4-4e7f-9f98-5f9a8d083a72" providerId="ADAL" clId="{45B71B24-CEF3-4C3E-9561-CDDDFE60B7E0}" dt="2026-09-19T09:30:51.216" v="4606" actId="1076"/>
          <ac:picMkLst>
            <pc:docMk/>
            <pc:sldMk cId="4134404839" sldId="352"/>
            <ac:picMk id="11" creationId="{779ABA02-F9D8-515D-FF00-F7D85D79BA27}"/>
          </ac:picMkLst>
        </pc:picChg>
      </pc:sldChg>
      <pc:sldChg chg="modSp mod">
        <pc:chgData name="Sofie Nimmegeers" userId="b83f35a6-47f4-4e7f-9f98-5f9a8d083a72" providerId="ADAL" clId="{45B71B24-CEF3-4C3E-9561-CDDDFE60B7E0}" dt="2026-09-22T06:47:50.302" v="5161" actId="20577"/>
        <pc:sldMkLst>
          <pc:docMk/>
          <pc:sldMk cId="565596862" sldId="353"/>
        </pc:sldMkLst>
        <pc:spChg chg="mod">
          <ac:chgData name="Sofie Nimmegeers" userId="b83f35a6-47f4-4e7f-9f98-5f9a8d083a72" providerId="ADAL" clId="{45B71B24-CEF3-4C3E-9561-CDDDFE60B7E0}" dt="2026-09-22T06:47:50.302" v="5161" actId="20577"/>
          <ac:spMkLst>
            <pc:docMk/>
            <pc:sldMk cId="565596862" sldId="353"/>
            <ac:spMk id="3" creationId="{BD87CA29-C974-6D01-8BC1-60CCED7220AD}"/>
          </ac:spMkLst>
        </pc:spChg>
      </pc:sldChg>
      <pc:sldChg chg="addSp delSp modSp add mod">
        <pc:chgData name="Sofie Nimmegeers" userId="b83f35a6-47f4-4e7f-9f98-5f9a8d083a72" providerId="ADAL" clId="{45B71B24-CEF3-4C3E-9561-CDDDFE60B7E0}" dt="2026-09-21T18:26:40.544" v="4938" actId="1037"/>
        <pc:sldMkLst>
          <pc:docMk/>
          <pc:sldMk cId="237582935" sldId="355"/>
        </pc:sldMkLst>
        <pc:spChg chg="add del mod">
          <ac:chgData name="Sofie Nimmegeers" userId="b83f35a6-47f4-4e7f-9f98-5f9a8d083a72" providerId="ADAL" clId="{45B71B24-CEF3-4C3E-9561-CDDDFE60B7E0}" dt="2026-09-21T18:22:40.873" v="4813" actId="478"/>
          <ac:spMkLst>
            <pc:docMk/>
            <pc:sldMk cId="237582935" sldId="355"/>
            <ac:spMk id="3" creationId="{55411932-DE69-6BC8-78F1-4D8092A30E36}"/>
          </ac:spMkLst>
        </pc:spChg>
        <pc:spChg chg="del mod">
          <ac:chgData name="Sofie Nimmegeers" userId="b83f35a6-47f4-4e7f-9f98-5f9a8d083a72" providerId="ADAL" clId="{45B71B24-CEF3-4C3E-9561-CDDDFE60B7E0}" dt="2026-09-21T18:17:52.374" v="4722" actId="478"/>
          <ac:spMkLst>
            <pc:docMk/>
            <pc:sldMk cId="237582935" sldId="355"/>
            <ac:spMk id="5" creationId="{FEF778A4-48DC-6F23-24CB-1B96AA28860A}"/>
          </ac:spMkLst>
        </pc:spChg>
        <pc:spChg chg="add del mod">
          <ac:chgData name="Sofie Nimmegeers" userId="b83f35a6-47f4-4e7f-9f98-5f9a8d083a72" providerId="ADAL" clId="{45B71B24-CEF3-4C3E-9561-CDDDFE60B7E0}" dt="2026-09-21T18:22:57.091" v="4836" actId="478"/>
          <ac:spMkLst>
            <pc:docMk/>
            <pc:sldMk cId="237582935" sldId="355"/>
            <ac:spMk id="6" creationId="{51E8436E-4A2F-0388-4D9F-6636505D572B}"/>
          </ac:spMkLst>
        </pc:spChg>
        <pc:spChg chg="mod">
          <ac:chgData name="Sofie Nimmegeers" userId="b83f35a6-47f4-4e7f-9f98-5f9a8d083a72" providerId="ADAL" clId="{45B71B24-CEF3-4C3E-9561-CDDDFE60B7E0}" dt="2026-09-21T18:26:40.544" v="4938" actId="1037"/>
          <ac:spMkLst>
            <pc:docMk/>
            <pc:sldMk cId="237582935" sldId="355"/>
            <ac:spMk id="11" creationId="{513436CB-0B46-A5CE-6D63-B7E459A3B3B7}"/>
          </ac:spMkLst>
        </pc:spChg>
        <pc:spChg chg="mod">
          <ac:chgData name="Sofie Nimmegeers" userId="b83f35a6-47f4-4e7f-9f98-5f9a8d083a72" providerId="ADAL" clId="{45B71B24-CEF3-4C3E-9561-CDDDFE60B7E0}" dt="2026-09-21T18:26:40.544" v="4938" actId="1037"/>
          <ac:spMkLst>
            <pc:docMk/>
            <pc:sldMk cId="237582935" sldId="355"/>
            <ac:spMk id="12" creationId="{0F6DE9DC-4690-F30B-C88C-881DFED821A6}"/>
          </ac:spMkLst>
        </pc:spChg>
        <pc:spChg chg="add mod">
          <ac:chgData name="Sofie Nimmegeers" userId="b83f35a6-47f4-4e7f-9f98-5f9a8d083a72" providerId="ADAL" clId="{45B71B24-CEF3-4C3E-9561-CDDDFE60B7E0}" dt="2026-09-21T18:26:31.880" v="4932" actId="1037"/>
          <ac:spMkLst>
            <pc:docMk/>
            <pc:sldMk cId="237582935" sldId="355"/>
            <ac:spMk id="28" creationId="{1717BC6A-456F-CBF0-38BF-E37A33505979}"/>
          </ac:spMkLst>
        </pc:spChg>
        <pc:spChg chg="mod">
          <ac:chgData name="Sofie Nimmegeers" userId="b83f35a6-47f4-4e7f-9f98-5f9a8d083a72" providerId="ADAL" clId="{45B71B24-CEF3-4C3E-9561-CDDDFE60B7E0}" dt="2026-09-21T18:26:40.544" v="4938" actId="1037"/>
          <ac:spMkLst>
            <pc:docMk/>
            <pc:sldMk cId="237582935" sldId="355"/>
            <ac:spMk id="35" creationId="{78A16801-13E0-A2C6-4F8B-EC1B0A09CECB}"/>
          </ac:spMkLst>
        </pc:spChg>
        <pc:spChg chg="mod">
          <ac:chgData name="Sofie Nimmegeers" userId="b83f35a6-47f4-4e7f-9f98-5f9a8d083a72" providerId="ADAL" clId="{45B71B24-CEF3-4C3E-9561-CDDDFE60B7E0}" dt="2026-09-21T18:26:40.544" v="4938" actId="1037"/>
          <ac:spMkLst>
            <pc:docMk/>
            <pc:sldMk cId="237582935" sldId="355"/>
            <ac:spMk id="37" creationId="{3692A072-31AA-F829-AA25-B6B1CD3D3D10}"/>
          </ac:spMkLst>
        </pc:spChg>
        <pc:grpChg chg="mod">
          <ac:chgData name="Sofie Nimmegeers" userId="b83f35a6-47f4-4e7f-9f98-5f9a8d083a72" providerId="ADAL" clId="{45B71B24-CEF3-4C3E-9561-CDDDFE60B7E0}" dt="2026-09-21T18:26:40.544" v="4938" actId="1037"/>
          <ac:grpSpMkLst>
            <pc:docMk/>
            <pc:sldMk cId="237582935" sldId="355"/>
            <ac:grpSpMk id="21" creationId="{DA4BCFDF-DA65-9725-6F2F-B90410F8011A}"/>
          </ac:grpSpMkLst>
        </pc:grpChg>
        <pc:grpChg chg="mod">
          <ac:chgData name="Sofie Nimmegeers" userId="b83f35a6-47f4-4e7f-9f98-5f9a8d083a72" providerId="ADAL" clId="{45B71B24-CEF3-4C3E-9561-CDDDFE60B7E0}" dt="2026-09-21T18:26:40.544" v="4938" actId="1037"/>
          <ac:grpSpMkLst>
            <pc:docMk/>
            <pc:sldMk cId="237582935" sldId="355"/>
            <ac:grpSpMk id="22" creationId="{B3D6344E-AD91-01CF-6AF7-CCB389D517FC}"/>
          </ac:grpSpMkLst>
        </pc:grpChg>
        <pc:grpChg chg="mod">
          <ac:chgData name="Sofie Nimmegeers" userId="b83f35a6-47f4-4e7f-9f98-5f9a8d083a72" providerId="ADAL" clId="{45B71B24-CEF3-4C3E-9561-CDDDFE60B7E0}" dt="2026-09-21T18:26:40.544" v="4938" actId="1037"/>
          <ac:grpSpMkLst>
            <pc:docMk/>
            <pc:sldMk cId="237582935" sldId="355"/>
            <ac:grpSpMk id="23" creationId="{87BB9E3B-D00B-2043-DA70-D77B9822A417}"/>
          </ac:grpSpMkLst>
        </pc:grpChg>
        <pc:grpChg chg="mod">
          <ac:chgData name="Sofie Nimmegeers" userId="b83f35a6-47f4-4e7f-9f98-5f9a8d083a72" providerId="ADAL" clId="{45B71B24-CEF3-4C3E-9561-CDDDFE60B7E0}" dt="2026-09-21T18:26:40.544" v="4938" actId="1037"/>
          <ac:grpSpMkLst>
            <pc:docMk/>
            <pc:sldMk cId="237582935" sldId="355"/>
            <ac:grpSpMk id="24" creationId="{56C3B853-26AD-53A7-BA6B-2977CE2E2C2D}"/>
          </ac:grpSpMkLst>
        </pc:grpChg>
        <pc:grpChg chg="mod">
          <ac:chgData name="Sofie Nimmegeers" userId="b83f35a6-47f4-4e7f-9f98-5f9a8d083a72" providerId="ADAL" clId="{45B71B24-CEF3-4C3E-9561-CDDDFE60B7E0}" dt="2026-09-21T18:26:02.168" v="4898" actId="1037"/>
          <ac:grpSpMkLst>
            <pc:docMk/>
            <pc:sldMk cId="237582935" sldId="355"/>
            <ac:grpSpMk id="25" creationId="{69C521D7-00CF-5C18-400C-52678D6F2962}"/>
          </ac:grpSpMkLst>
        </pc:grpChg>
        <pc:grpChg chg="mod">
          <ac:chgData name="Sofie Nimmegeers" userId="b83f35a6-47f4-4e7f-9f98-5f9a8d083a72" providerId="ADAL" clId="{45B71B24-CEF3-4C3E-9561-CDDDFE60B7E0}" dt="2026-09-21T18:26:40.544" v="4938" actId="1037"/>
          <ac:grpSpMkLst>
            <pc:docMk/>
            <pc:sldMk cId="237582935" sldId="355"/>
            <ac:grpSpMk id="26" creationId="{A881F975-E5BD-1EE8-1971-BE2798DA6856}"/>
          </ac:grpSpMkLst>
        </pc:grpChg>
        <pc:picChg chg="del">
          <ac:chgData name="Sofie Nimmegeers" userId="b83f35a6-47f4-4e7f-9f98-5f9a8d083a72" providerId="ADAL" clId="{45B71B24-CEF3-4C3E-9561-CDDDFE60B7E0}" dt="2026-09-21T18:14:02.057" v="4641" actId="478"/>
          <ac:picMkLst>
            <pc:docMk/>
            <pc:sldMk cId="237582935" sldId="355"/>
            <ac:picMk id="32" creationId="{CD2D1768-1D8C-E89E-CEBC-0FD5D76E0858}"/>
          </ac:picMkLst>
        </pc:picChg>
        <pc:picChg chg="del">
          <ac:chgData name="Sofie Nimmegeers" userId="b83f35a6-47f4-4e7f-9f98-5f9a8d083a72" providerId="ADAL" clId="{45B71B24-CEF3-4C3E-9561-CDDDFE60B7E0}" dt="2026-09-21T18:16:03.048" v="4651" actId="478"/>
          <ac:picMkLst>
            <pc:docMk/>
            <pc:sldMk cId="237582935" sldId="355"/>
            <ac:picMk id="39" creationId="{2FE90DEA-A4EE-BF97-DF6C-3492EFE05034}"/>
          </ac:picMkLst>
        </pc:picChg>
        <pc:picChg chg="mod">
          <ac:chgData name="Sofie Nimmegeers" userId="b83f35a6-47f4-4e7f-9f98-5f9a8d083a72" providerId="ADAL" clId="{45B71B24-CEF3-4C3E-9561-CDDDFE60B7E0}" dt="2026-09-21T18:26:40.544" v="4938" actId="1037"/>
          <ac:picMkLst>
            <pc:docMk/>
            <pc:sldMk cId="237582935" sldId="355"/>
            <ac:picMk id="41" creationId="{6D4A1891-5D13-2AC8-F746-5BDE3144706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B55DF0-FEBE-4CCB-A6E1-08B32AB15907}" type="datetimeFigureOut">
              <a:rPr lang="nl-BE" smtClean="0"/>
              <a:t>22/09/2026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5F4F86-7E90-413B-97B7-064F02D10C1E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68435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ea typeface="+mn-lt"/>
                <a:cs typeface="+mn-lt"/>
              </a:rPr>
              <a:t>transformation between </a:t>
            </a:r>
            <a:r>
              <a:rPr lang="en-US" b="1" err="1">
                <a:ea typeface="+mn-lt"/>
                <a:cs typeface="+mn-lt"/>
              </a:rPr>
              <a:t>InterCatch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and </a:t>
            </a:r>
            <a:r>
              <a:rPr lang="en-US" b="1">
                <a:ea typeface="+mn-lt"/>
                <a:cs typeface="+mn-lt"/>
              </a:rPr>
              <a:t>RCEF</a:t>
            </a:r>
            <a:r>
              <a:rPr lang="en-US">
                <a:ea typeface="+mn-lt"/>
                <a:cs typeface="+mn-lt"/>
              </a:rPr>
              <a:t>, primarily to support </a:t>
            </a:r>
            <a:r>
              <a:rPr lang="en-US" b="1">
                <a:ea typeface="+mn-lt"/>
                <a:cs typeface="+mn-lt"/>
              </a:rPr>
              <a:t>historical data submissions</a:t>
            </a:r>
            <a:r>
              <a:rPr lang="en-US">
                <a:ea typeface="+mn-lt"/>
                <a:cs typeface="+mn-lt"/>
              </a:rPr>
              <a:t> and ease the </a:t>
            </a:r>
            <a:r>
              <a:rPr lang="en-US" b="1">
                <a:ea typeface="+mn-lt"/>
                <a:cs typeface="+mn-lt"/>
              </a:rPr>
              <a:t>transition from </a:t>
            </a:r>
            <a:r>
              <a:rPr lang="en-US" b="1" err="1">
                <a:ea typeface="+mn-lt"/>
                <a:cs typeface="+mn-lt"/>
              </a:rPr>
              <a:t>InterCatch</a:t>
            </a:r>
            <a:r>
              <a:rPr lang="en-US" b="1">
                <a:ea typeface="+mn-lt"/>
                <a:cs typeface="+mn-lt"/>
              </a:rPr>
              <a:t> to RDBES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F4F86-7E90-413B-97B7-064F02D10C1E}" type="slidenum">
              <a:rPr lang="nl-BE" smtClean="0"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1348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F4F86-7E90-413B-97B7-064F02D10C1E}" type="slidenum">
              <a:rPr lang="nl-BE" smtClean="0"/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18535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Defined at a higher level and not based on the Uks because </a:t>
            </a:r>
            <a:r>
              <a:rPr lang="nl-BE"/>
              <a:t>of </a:t>
            </a:r>
            <a:r>
              <a:rPr lang="nl-BE" err="1"/>
              <a:t>the</a:t>
            </a:r>
            <a:r>
              <a:rPr lang="nl-BE"/>
              <a:t> high risk of </a:t>
            </a:r>
            <a:r>
              <a:rPr lang="nl-BE" err="1"/>
              <a:t>duplication</a:t>
            </a:r>
            <a:endParaRPr lang="en-US"/>
          </a:p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F4F86-7E90-413B-97B7-064F02D10C1E}" type="slidenum">
              <a:rPr lang="nl-BE" smtClean="0"/>
              <a:t>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19192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F4F86-7E90-413B-97B7-064F02D10C1E}" type="slidenum">
              <a:rPr lang="nl-BE" smtClean="0"/>
              <a:t>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80708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F4F86-7E90-413B-97B7-064F02D10C1E}" type="slidenum">
              <a:rPr lang="nl-BE" smtClean="0"/>
              <a:t>16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85668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923A7-197B-4B83-734C-280E0C94B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F30E1-8E80-3F89-9F26-1A27EF0A8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0CF927-E007-0269-28D7-02CD8F8AE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DB35B-4342-71F1-91F0-AD79EB9A9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F4F86-7E90-413B-97B7-064F02D10C1E}" type="slidenum">
              <a:rPr lang="nl-BE" smtClean="0"/>
              <a:t>17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431271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F4F86-7E90-413B-97B7-064F02D10C1E}" type="slidenum">
              <a:rPr lang="nl-BE" smtClean="0"/>
              <a:t>18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86852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B2A8A-14BD-7014-95F6-C22451606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D5A9EF-F79E-CAB4-F3DC-02987B6469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69BE87-4619-8666-B648-2F278F064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DBF3D-291C-CBF7-1401-D89D759509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F4F86-7E90-413B-97B7-064F02D10C1E}" type="slidenum">
              <a:rPr lang="nl-BE" smtClean="0"/>
              <a:t>19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46874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E0A9E-3A49-89C0-2973-44C6687CE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371EE5-7426-B8F1-4A2F-CCBFE65B4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C72A9B-8EAC-F0A6-BC28-E8AA5B482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1D297-B0EC-AD1D-B967-06CD7F5DCF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F4F86-7E90-413B-97B7-064F02D10C1E}" type="slidenum">
              <a:rPr lang="nl-BE" smtClean="0"/>
              <a:t>20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67578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F4F86-7E90-413B-97B7-064F02D10C1E}" type="slidenum">
              <a:rPr lang="nl-BE" smtClean="0"/>
              <a:t>22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477960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FAFDC-4D49-D566-22D0-CAEC150B5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23770E-60A6-0AC8-5CA6-9F5F1C00A9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D389B7-04AE-56CC-5FBE-BE8C17A0E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FC98F-8408-0127-41ED-F9FB286583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F4F86-7E90-413B-97B7-064F02D10C1E}" type="slidenum">
              <a:rPr lang="nl-BE" smtClean="0"/>
              <a:t>23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506526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F4F86-7E90-413B-97B7-064F02D10C1E}" type="slidenum">
              <a:rPr lang="nl-BE" smtClean="0"/>
              <a:t>24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15117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F4F86-7E90-413B-97B7-064F02D10C1E}" type="slidenum">
              <a:rPr lang="nl-BE" smtClean="0"/>
              <a:t>25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772481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8F97E-907B-C2BA-29A1-58EFB310D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A7E417-97F5-6FF4-EBD8-E0ED2F710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EF19C0-33BA-7A2D-ADB9-9106C42F9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9ED93-8A78-7481-858E-A2B67508C9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5F4F86-7E90-413B-97B7-064F02D10C1E}" type="slidenum">
              <a:rPr lang="nl-BE" smtClean="0"/>
              <a:t>26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37368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0490F-D5C6-5270-3442-F8B82EE1B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16C71-580F-CE43-3994-D157F7D69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902C0-B260-8268-13C6-6D61C74DF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8731B-C73E-4702-9829-2C0BD5121385}" type="datetimeFigureOut">
              <a:rPr lang="nl-BE" smtClean="0"/>
              <a:t>22/09/2026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DD4A0-B456-FA20-5E22-3B3671974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DF646-9C61-C5DF-7EC1-A646A68B8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E4481-50F4-4BC2-839F-E04DF784FF6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96959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00EA9-7861-9FD1-AAC6-A638C0579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5D670-46E4-BBFB-EFEC-CDB14613A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892D8-1BC5-5BAD-A62D-4057405C2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8731B-C73E-4702-9829-2C0BD5121385}" type="datetimeFigureOut">
              <a:rPr lang="nl-BE" smtClean="0"/>
              <a:t>22/09/2026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0E45E-1E06-8BEF-AD30-F466033B3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8E4B7-1800-2A82-2414-21ABA5B23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E4481-50F4-4BC2-839F-E04DF784FF6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18387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37664-6AF0-9CB8-E2D8-0472DF461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2E0FC-58BE-0FF5-2689-F8885C1F3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71368-79BD-BD4F-051A-7A5A875D1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8731B-C73E-4702-9829-2C0BD5121385}" type="datetimeFigureOut">
              <a:rPr lang="nl-BE" smtClean="0"/>
              <a:t>22/09/2026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9271F-CA5F-3FB6-8186-E8DA0F7F8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90BA2-3616-80DA-9C70-7D87626BF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E4481-50F4-4BC2-839F-E04DF784FF6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25147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05DC0-9544-C2CC-DE31-A437F4830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8AD40-9C04-E696-A7B9-8556508AB9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84A045-4FFF-F0CB-E4C2-9E53A6AF6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53C2D-512F-7D24-1667-0BC94D98D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8731B-C73E-4702-9829-2C0BD5121385}" type="datetimeFigureOut">
              <a:rPr lang="nl-BE" smtClean="0"/>
              <a:t>22/09/2026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CFFB48-BD71-58A3-045C-DED4F099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DE021-A0B9-CC7A-5548-8ECD22872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E4481-50F4-4BC2-839F-E04DF784FF6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09656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892BF-0985-9B56-B44A-E8C942D97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43A10-FA73-1FDD-EB00-19355263D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D21737-68BC-E522-6334-80489D8F6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C7555F-5BF8-A2E5-D100-7D00FC4423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DCBC01-F477-6630-43F4-A457DEC3F1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8C5CB2-74B5-8A84-1274-8EE4E8862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8731B-C73E-4702-9829-2C0BD5121385}" type="datetimeFigureOut">
              <a:rPr lang="nl-BE" smtClean="0"/>
              <a:t>22/09/2026</a:t>
            </a:fld>
            <a:endParaRPr lang="nl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22C15C-612F-D818-E558-DB06D1BE2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DE12E1-B32C-6BAF-62C8-C683E5551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E4481-50F4-4BC2-839F-E04DF784FF6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14910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FD90D-983A-A57B-9366-605628774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2B4959-6509-399F-2396-24A83F4C2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8731B-C73E-4702-9829-2C0BD5121385}" type="datetimeFigureOut">
              <a:rPr lang="nl-BE" smtClean="0"/>
              <a:t>22/09/2026</a:t>
            </a:fld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054C21-74F7-C58E-7C60-A74859136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4579D-09E7-8D1D-223A-01A9B5E6F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E4481-50F4-4BC2-839F-E04DF784FF6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91111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3BB9B0-2DF5-78C0-80EC-FFF6F94E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8731B-C73E-4702-9829-2C0BD5121385}" type="datetimeFigureOut">
              <a:rPr lang="nl-BE" smtClean="0"/>
              <a:t>22/09/2026</a:t>
            </a:fld>
            <a:endParaRPr lang="nl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505C74-873C-AE84-02DD-6E4EDAD9E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4F3D7-58E2-44A9-C5E8-982B10046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E4481-50F4-4BC2-839F-E04DF784FF6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31211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8C7E1-1F60-21EC-BB4F-2B405E75E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ACC5D-142F-F57A-29B5-49A66F657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6F2E66-D622-61F4-F327-C78B8B580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EB41B-9A32-2B7B-24AB-A6ACBCBEC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8731B-C73E-4702-9829-2C0BD5121385}" type="datetimeFigureOut">
              <a:rPr lang="nl-BE" smtClean="0"/>
              <a:t>22/09/2026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C4B17-7589-2B61-2287-B04368269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B4B48-07BC-7E5D-853A-0732B54F7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E4481-50F4-4BC2-839F-E04DF784FF6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93846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C1DC-1277-8D4A-7F17-2174F9931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490757-76E0-E9C0-FE8C-2FE67C89B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E0EFA2-6169-A936-CFED-FE6E45E10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3B80F-06CD-8709-F8E1-328B16F5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8731B-C73E-4702-9829-2C0BD5121385}" type="datetimeFigureOut">
              <a:rPr lang="nl-BE" smtClean="0"/>
              <a:t>22/09/2026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7ADF6-3387-3B29-9896-4764BE332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8FD67-EC8B-7FBC-887E-0C987BBCD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E4481-50F4-4BC2-839F-E04DF784FF6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2551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086BE-B444-9ACF-4E7B-9DBE8EBCF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59496C-20F4-76C6-1CA9-FB81E93153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55631-83A5-B579-E1C9-C23BA6CA4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8731B-C73E-4702-9829-2C0BD5121385}" type="datetimeFigureOut">
              <a:rPr lang="nl-BE" smtClean="0"/>
              <a:t>22/09/2026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A1EC7-8375-59CB-CBC9-1552CC1C8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2FA2F-04D4-45C4-E08E-8E5FC12C9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E4481-50F4-4BC2-839F-E04DF784FF6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50207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FCFA36-84DD-D593-2509-A76B414D5C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F4955F-A61F-DB3E-9B61-D25720731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098E4-1811-4549-6CD8-A4F29E0A2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8731B-C73E-4702-9829-2C0BD5121385}" type="datetimeFigureOut">
              <a:rPr lang="nl-BE" smtClean="0"/>
              <a:t>22/09/2026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CAA12-47E0-1372-4C4F-232D10F48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A4735-F388-F157-BD99-768C426BE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E4481-50F4-4BC2-839F-E04DF784FF6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82227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3CD982-2186-6938-35DE-0A980B3E9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0CC09-CF78-E4B2-9FDE-B3D47372F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4356B-AA61-4751-F0ED-991276BC7E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C8731B-C73E-4702-9829-2C0BD5121385}" type="datetimeFigureOut">
              <a:rPr lang="nl-BE" smtClean="0"/>
              <a:t>22/09/2026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94140-FFC2-5834-DCBD-7B322A9F9B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503DE-3805-B76D-B050-727EF70CD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2E4481-50F4-4BC2-839F-E04DF784FF6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90833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ces-tools-dev/RDBESstockCoord/tree/main/WGRDBESstockCoord/format/SCF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_755742A.xlsx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package" Target="../embeddings/Microsoft_Excel_Worksheet_FDF9D27E.xlsx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7720-2CE0-7D60-D2CC-8AE53EA227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1958" y="1041400"/>
            <a:ext cx="10268932" cy="2387600"/>
          </a:xfrm>
        </p:spPr>
        <p:txBody>
          <a:bodyPr>
            <a:normAutofit fontScale="90000"/>
          </a:bodyPr>
          <a:lstStyle/>
          <a:p>
            <a:r>
              <a:rPr lang="nl-BE" sz="7300"/>
              <a:t>WGRDBES-</a:t>
            </a:r>
            <a:r>
              <a:rPr lang="nl-BE" sz="7300" err="1"/>
              <a:t>StockCoord</a:t>
            </a:r>
            <a:br>
              <a:rPr lang="nl-BE"/>
            </a:br>
            <a:r>
              <a:rPr lang="nl-BE"/>
              <a:t>Stock </a:t>
            </a:r>
            <a:r>
              <a:rPr lang="nl-BE" err="1"/>
              <a:t>Coordination</a:t>
            </a:r>
            <a:r>
              <a:rPr lang="nl-BE"/>
              <a:t> Format (SCF)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5CE4C5-F29E-9122-F2E1-B79029CED2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1958" y="3809428"/>
            <a:ext cx="10268932" cy="1655762"/>
          </a:xfrm>
        </p:spPr>
        <p:txBody>
          <a:bodyPr>
            <a:normAutofit/>
          </a:bodyPr>
          <a:lstStyle/>
          <a:p>
            <a:r>
              <a:rPr lang="nl-BE" sz="2800"/>
              <a:t>22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912123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41285-D7E0-6B5D-74E2-C4F804348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72EA0-4233-1246-5F05-9EAC138D0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35" y="201187"/>
            <a:ext cx="8611452" cy="5394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the Stock Coordination Format (SCF)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80AF7FE8-240D-6E46-392B-BFB339C7F9B7}"/>
              </a:ext>
            </a:extLst>
          </p:cNvPr>
          <p:cNvSpPr txBox="1">
            <a:spLocks/>
          </p:cNvSpPr>
          <p:nvPr/>
        </p:nvSpPr>
        <p:spPr>
          <a:xfrm>
            <a:off x="752264" y="760154"/>
            <a:ext cx="10782801" cy="117282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20000"/>
              </a:lnSpc>
            </a:pPr>
            <a:r>
              <a:rPr lang="en-US" sz="2000">
                <a:ea typeface="+mn-lt"/>
                <a:cs typeface="+mn-lt"/>
              </a:rPr>
              <a:t>It is the standard </a:t>
            </a:r>
            <a:r>
              <a:rPr lang="en-US" sz="2000" b="1">
                <a:ea typeface="+mn-lt"/>
                <a:cs typeface="+mn-lt"/>
              </a:rPr>
              <a:t>exchange format</a:t>
            </a:r>
            <a:r>
              <a:rPr lang="en-US" sz="2000">
                <a:ea typeface="+mn-lt"/>
                <a:cs typeface="+mn-lt"/>
              </a:rPr>
              <a:t> within RDBES for sharing estimates </a:t>
            </a:r>
            <a:r>
              <a:rPr lang="en-US" sz="2000" b="1">
                <a:ea typeface="+mn-lt"/>
                <a:cs typeface="+mn-lt"/>
              </a:rPr>
              <a:t>between stock coordinators and stock assessors- replacing </a:t>
            </a:r>
            <a:r>
              <a:rPr lang="en-US" sz="2000" b="1" err="1">
                <a:ea typeface="+mn-lt"/>
                <a:cs typeface="+mn-lt"/>
              </a:rPr>
              <a:t>InterCatch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b="1">
                <a:ea typeface="+mn-lt"/>
                <a:cs typeface="+mn-lt"/>
              </a:rPr>
              <a:t>output files </a:t>
            </a:r>
            <a:r>
              <a:rPr lang="en-US" sz="2000">
                <a:ea typeface="+mn-lt"/>
                <a:cs typeface="+mn-lt"/>
              </a:rPr>
              <a:t>in the future.</a:t>
            </a:r>
          </a:p>
          <a:p>
            <a:pPr marL="0">
              <a:lnSpc>
                <a:spcPct val="120000"/>
              </a:lnSpc>
            </a:pPr>
            <a:r>
              <a:rPr lang="en-US" sz="2000" b="1">
                <a:ea typeface="+mn-lt"/>
                <a:cs typeface="+mn-lt"/>
              </a:rPr>
              <a:t>Should be compatible with </a:t>
            </a:r>
            <a:r>
              <a:rPr lang="en-US" sz="2000" b="1" err="1">
                <a:ea typeface="+mn-lt"/>
                <a:cs typeface="+mn-lt"/>
              </a:rPr>
              <a:t>InterCatch</a:t>
            </a:r>
            <a:endParaRPr lang="en-US" sz="2000"/>
          </a:p>
          <a:p>
            <a:pPr marL="0">
              <a:lnSpc>
                <a:spcPct val="120000"/>
              </a:lnSpc>
            </a:pPr>
            <a:endParaRPr lang="en-US" sz="2000">
              <a:ea typeface="+mn-lt"/>
              <a:cs typeface="+mn-lt"/>
            </a:endParaRPr>
          </a:p>
          <a:p>
            <a:pPr marL="0" indent="0">
              <a:buNone/>
            </a:pPr>
            <a:endParaRPr lang="en-US" sz="2000"/>
          </a:p>
          <a:p>
            <a:pPr marL="0"/>
            <a:endParaRPr lang="en-US" sz="2000"/>
          </a:p>
          <a:p>
            <a:pPr marL="0"/>
            <a:endParaRPr lang="en-US" sz="2000"/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8DEDE9AA-C12F-BF5B-8B51-4D7F51E81D6C}"/>
              </a:ext>
            </a:extLst>
          </p:cNvPr>
          <p:cNvGrpSpPr/>
          <p:nvPr/>
        </p:nvGrpSpPr>
        <p:grpSpPr>
          <a:xfrm>
            <a:off x="1730095" y="2003443"/>
            <a:ext cx="8827138" cy="4777526"/>
            <a:chOff x="2433968" y="419916"/>
            <a:chExt cx="8827138" cy="4777526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A4211B1C-B22C-3350-FF01-5D5EA47BDC9B}"/>
                </a:ext>
              </a:extLst>
            </p:cNvPr>
            <p:cNvGrpSpPr/>
            <p:nvPr/>
          </p:nvGrpSpPr>
          <p:grpSpPr>
            <a:xfrm>
              <a:off x="2433968" y="419916"/>
              <a:ext cx="8827138" cy="4229644"/>
              <a:chOff x="2273548" y="419916"/>
              <a:chExt cx="8827138" cy="4229644"/>
            </a:xfrm>
          </p:grpSpPr>
          <p:sp>
            <p:nvSpPr>
              <p:cNvPr id="164" name="Flowchart: Magnetic Disk 163">
                <a:extLst>
                  <a:ext uri="{FF2B5EF4-FFF2-40B4-BE49-F238E27FC236}">
                    <a16:creationId xmlns:a16="http://schemas.microsoft.com/office/drawing/2014/main" id="{8D5770E8-0A53-9634-44D7-9410874143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965859" y="3735160"/>
                <a:ext cx="2054459" cy="914400"/>
              </a:xfrm>
              <a:prstGeom prst="flowChartMagneticDisk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IE" sz="140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0B96471E-66EB-DCE9-D7F1-F01327AFFE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294430" y="1257524"/>
                <a:ext cx="1970263" cy="1005840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IE" sz="140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  <a:p>
                <a:pPr algn="ctr">
                  <a:defRPr/>
                </a:pPr>
                <a:r>
                  <a:rPr lang="en-IE" sz="1400">
                    <a:solidFill>
                      <a:schemeClr val="tx1"/>
                    </a:solidFill>
                    <a:latin typeface="Calibri" panose="020F0502020204030204" pitchFamily="34" charset="0"/>
                  </a:rPr>
                  <a:t>2020_rdbes.DK</a:t>
                </a:r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895B1BE6-5E13-EF22-3A60-11CAC121F7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323274" y="2400524"/>
                <a:ext cx="1912575" cy="1005840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IE" sz="140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  <a:p>
                <a:pPr algn="ctr">
                  <a:defRPr/>
                </a:pPr>
                <a:r>
                  <a:rPr lang="en-IE" sz="1400">
                    <a:solidFill>
                      <a:schemeClr val="tx1"/>
                    </a:solidFill>
                    <a:latin typeface="Calibri" panose="020F0502020204030204" pitchFamily="34" charset="0"/>
                  </a:rPr>
                  <a:t>2020_rdbes.SE</a:t>
                </a:r>
              </a:p>
            </p:txBody>
          </p:sp>
          <p:cxnSp>
            <p:nvCxnSpPr>
              <p:cNvPr id="167" name="Straight Arrow Connector 91">
                <a:extLst>
                  <a:ext uri="{FF2B5EF4-FFF2-40B4-BE49-F238E27FC236}">
                    <a16:creationId xmlns:a16="http://schemas.microsoft.com/office/drawing/2014/main" id="{B94D99BC-0C10-0472-01C4-370A6620373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8113748" y="2880787"/>
                <a:ext cx="760547" cy="14032"/>
              </a:xfrm>
              <a:prstGeom prst="straightConnector1">
                <a:avLst/>
              </a:prstGeom>
              <a:noFill/>
              <a:ln w="31750" algn="ctr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68" name="TextBox 62">
                <a:extLst>
                  <a:ext uri="{FF2B5EF4-FFF2-40B4-BE49-F238E27FC236}">
                    <a16:creationId xmlns:a16="http://schemas.microsoft.com/office/drawing/2014/main" id="{AC1BA31B-A6D8-7EEB-9F14-85ED5EBFE6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73548" y="419916"/>
                <a:ext cx="2637599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spcAft>
                    <a:spcPct val="20000"/>
                  </a:spcAft>
                  <a:buClr>
                    <a:srgbClr val="59FF00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spcAft>
                    <a:spcPct val="20000"/>
                  </a:spcAft>
                  <a:buClr>
                    <a:srgbClr val="59FF00"/>
                  </a:buClr>
                  <a:buChar char="–"/>
                  <a:defRPr>
                    <a:solidFill>
                      <a:srgbClr val="0035FF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59FF00"/>
                  </a:buClr>
                  <a:buChar char="•"/>
                  <a:defRPr sz="16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lnSpc>
                    <a:spcPct val="130000"/>
                  </a:lnSpc>
                  <a:spcBef>
                    <a:spcPct val="20000"/>
                  </a:spcBef>
                  <a:spcAft>
                    <a:spcPct val="20000"/>
                  </a:spcAft>
                  <a:buClr>
                    <a:srgbClr val="59FF00"/>
                  </a:buClr>
                  <a:buChar char="–"/>
                  <a:defRPr sz="1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59FF00"/>
                  </a:buClr>
                  <a:buChar char="»"/>
                  <a:defRPr sz="1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9FF00"/>
                  </a:buClr>
                  <a:buChar char="»"/>
                  <a:defRPr sz="1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9FF00"/>
                  </a:buClr>
                  <a:buChar char="»"/>
                  <a:defRPr sz="1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9FF00"/>
                  </a:buClr>
                  <a:buChar char="»"/>
                  <a:defRPr sz="1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9FF00"/>
                  </a:buClr>
                  <a:buChar char="»"/>
                  <a:defRPr sz="1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IE" altLang="en-US" sz="1400" b="1">
                    <a:latin typeface="Calibri" panose="020F0502020204030204" pitchFamily="34" charset="0"/>
                  </a:rPr>
                  <a:t>National estimation repositories</a:t>
                </a:r>
              </a:p>
            </p:txBody>
          </p:sp>
          <p:sp>
            <p:nvSpPr>
              <p:cNvPr id="169" name="TextBox 95">
                <a:extLst>
                  <a:ext uri="{FF2B5EF4-FFF2-40B4-BE49-F238E27FC236}">
                    <a16:creationId xmlns:a16="http://schemas.microsoft.com/office/drawing/2014/main" id="{1F8A8E95-E982-05FC-35CD-7A0BD5A015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88839" y="419916"/>
                <a:ext cx="2218307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spcAft>
                    <a:spcPct val="20000"/>
                  </a:spcAft>
                  <a:buClr>
                    <a:srgbClr val="59FF00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spcAft>
                    <a:spcPct val="20000"/>
                  </a:spcAft>
                  <a:buClr>
                    <a:srgbClr val="59FF00"/>
                  </a:buClr>
                  <a:buChar char="–"/>
                  <a:defRPr>
                    <a:solidFill>
                      <a:srgbClr val="0035FF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59FF00"/>
                  </a:buClr>
                  <a:buChar char="•"/>
                  <a:defRPr sz="16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lnSpc>
                    <a:spcPct val="130000"/>
                  </a:lnSpc>
                  <a:spcBef>
                    <a:spcPct val="20000"/>
                  </a:spcBef>
                  <a:spcAft>
                    <a:spcPct val="20000"/>
                  </a:spcAft>
                  <a:buClr>
                    <a:srgbClr val="59FF00"/>
                  </a:buClr>
                  <a:buChar char="–"/>
                  <a:defRPr sz="1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59FF00"/>
                  </a:buClr>
                  <a:buChar char="»"/>
                  <a:defRPr sz="1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9FF00"/>
                  </a:buClr>
                  <a:buChar char="»"/>
                  <a:defRPr sz="1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9FF00"/>
                  </a:buClr>
                  <a:buChar char="»"/>
                  <a:defRPr sz="1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9FF00"/>
                  </a:buClr>
                  <a:buChar char="»"/>
                  <a:defRPr sz="1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9FF00"/>
                  </a:buClr>
                  <a:buChar char="»"/>
                  <a:defRPr sz="1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IE" altLang="en-US" sz="1400" b="1">
                    <a:latin typeface="Calibri" panose="020F0502020204030204" pitchFamily="34" charset="0"/>
                  </a:rPr>
                  <a:t>Stock estimation repository</a:t>
                </a:r>
              </a:p>
            </p:txBody>
          </p:sp>
          <p:sp>
            <p:nvSpPr>
              <p:cNvPr id="170" name="TextBox 96">
                <a:extLst>
                  <a:ext uri="{FF2B5EF4-FFF2-40B4-BE49-F238E27FC236}">
                    <a16:creationId xmlns:a16="http://schemas.microsoft.com/office/drawing/2014/main" id="{E50D5396-7FB6-0529-8584-7FDF513BCD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43487" y="419916"/>
                <a:ext cx="2357199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spcAft>
                    <a:spcPct val="20000"/>
                  </a:spcAft>
                  <a:buClr>
                    <a:srgbClr val="59FF00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spcAft>
                    <a:spcPct val="20000"/>
                  </a:spcAft>
                  <a:buClr>
                    <a:srgbClr val="59FF00"/>
                  </a:buClr>
                  <a:buChar char="–"/>
                  <a:defRPr>
                    <a:solidFill>
                      <a:srgbClr val="0035FF"/>
                    </a:solidFill>
                    <a:latin typeface="Verdan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59FF00"/>
                  </a:buClr>
                  <a:buChar char="•"/>
                  <a:defRPr sz="16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3pPr>
                <a:lvl4pPr marL="1600200" indent="-228600">
                  <a:lnSpc>
                    <a:spcPct val="130000"/>
                  </a:lnSpc>
                  <a:spcBef>
                    <a:spcPct val="20000"/>
                  </a:spcBef>
                  <a:spcAft>
                    <a:spcPct val="20000"/>
                  </a:spcAft>
                  <a:buClr>
                    <a:srgbClr val="59FF00"/>
                  </a:buClr>
                  <a:buChar char="–"/>
                  <a:defRPr sz="14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59FF00"/>
                  </a:buClr>
                  <a:buChar char="»"/>
                  <a:defRPr sz="1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9FF00"/>
                  </a:buClr>
                  <a:buChar char="»"/>
                  <a:defRPr sz="1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9FF00"/>
                  </a:buClr>
                  <a:buChar char="»"/>
                  <a:defRPr sz="1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9FF00"/>
                  </a:buClr>
                  <a:buChar char="»"/>
                  <a:defRPr sz="1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59FF00"/>
                  </a:buClr>
                  <a:buChar char="»"/>
                  <a:defRPr sz="1200">
                    <a:solidFill>
                      <a:schemeClr val="tx1"/>
                    </a:solidFill>
                    <a:latin typeface="Verdan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IE" altLang="en-US" sz="1400" b="1">
                    <a:latin typeface="Calibri" panose="020F0502020204030204" pitchFamily="34" charset="0"/>
                  </a:rPr>
                  <a:t>Stock assessment repository</a:t>
                </a:r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4EA6B437-8EE8-B342-1B2B-2FFB127A0B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019057" y="2532887"/>
                <a:ext cx="2049628" cy="766809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en-IE" sz="1400">
                    <a:solidFill>
                      <a:schemeClr val="tx1"/>
                    </a:solidFill>
                    <a:latin typeface="Calibri" panose="020F0502020204030204" pitchFamily="34" charset="0"/>
                  </a:rPr>
                  <a:t>2020_cod.27.21_rdbes.combined</a:t>
                </a:r>
              </a:p>
            </p:txBody>
          </p:sp>
          <p:grpSp>
            <p:nvGrpSpPr>
              <p:cNvPr id="172" name="Group 171">
                <a:extLst>
                  <a:ext uri="{FF2B5EF4-FFF2-40B4-BE49-F238E27FC236}">
                    <a16:creationId xmlns:a16="http://schemas.microsoft.com/office/drawing/2014/main" id="{7AB47463-936E-A373-82BA-DA4C65CB6AE3}"/>
                  </a:ext>
                </a:extLst>
              </p:cNvPr>
              <p:cNvGrpSpPr/>
              <p:nvPr/>
            </p:nvGrpSpPr>
            <p:grpSpPr>
              <a:xfrm>
                <a:off x="6650161" y="1152469"/>
                <a:ext cx="773486" cy="699974"/>
                <a:chOff x="9761090" y="2465951"/>
                <a:chExt cx="843487" cy="746058"/>
              </a:xfrm>
            </p:grpSpPr>
            <p:grpSp>
              <p:nvGrpSpPr>
                <p:cNvPr id="198" name="Group 197">
                  <a:extLst>
                    <a:ext uri="{FF2B5EF4-FFF2-40B4-BE49-F238E27FC236}">
                      <a16:creationId xmlns:a16="http://schemas.microsoft.com/office/drawing/2014/main" id="{744C5363-3782-4422-2DB0-A5FF3D584CC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9941519" y="2465951"/>
                  <a:ext cx="498925" cy="746058"/>
                  <a:chOff x="9941519" y="1663700"/>
                  <a:chExt cx="1035430" cy="1548310"/>
                </a:xfrm>
              </p:grpSpPr>
              <p:sp>
                <p:nvSpPr>
                  <p:cNvPr id="200" name="Oval 199">
                    <a:extLst>
                      <a:ext uri="{FF2B5EF4-FFF2-40B4-BE49-F238E27FC236}">
                        <a16:creationId xmlns:a16="http://schemas.microsoft.com/office/drawing/2014/main" id="{E0A6F1CE-716D-C211-A52E-B7054240A4A8}"/>
                      </a:ext>
                    </a:extLst>
                  </p:cNvPr>
                  <p:cNvSpPr/>
                  <p:nvPr/>
                </p:nvSpPr>
                <p:spPr>
                  <a:xfrm>
                    <a:off x="10152345" y="1663700"/>
                    <a:ext cx="613776" cy="547144"/>
                  </a:xfrm>
                  <a:prstGeom prst="ellipse">
                    <a:avLst/>
                  </a:prstGeom>
                  <a:noFill/>
                  <a:ln w="2540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BE"/>
                  </a:p>
                </p:txBody>
              </p:sp>
              <p:sp>
                <p:nvSpPr>
                  <p:cNvPr id="201" name="Chord 200">
                    <a:extLst>
                      <a:ext uri="{FF2B5EF4-FFF2-40B4-BE49-F238E27FC236}">
                        <a16:creationId xmlns:a16="http://schemas.microsoft.com/office/drawing/2014/main" id="{27E581D3-F140-7AFF-1AFB-F02BD8601755}"/>
                      </a:ext>
                    </a:extLst>
                  </p:cNvPr>
                  <p:cNvSpPr/>
                  <p:nvPr/>
                </p:nvSpPr>
                <p:spPr>
                  <a:xfrm rot="6707692">
                    <a:off x="9966854" y="2201916"/>
                    <a:ext cx="984759" cy="1035430"/>
                  </a:xfrm>
                  <a:prstGeom prst="chord">
                    <a:avLst/>
                  </a:prstGeom>
                  <a:noFill/>
                  <a:ln w="2540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BE"/>
                  </a:p>
                </p:txBody>
              </p:sp>
            </p:grpSp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78C57E81-C03E-A602-38AF-F5CB643E3CE2}"/>
                    </a:ext>
                  </a:extLst>
                </p:cNvPr>
                <p:cNvSpPr txBox="1"/>
                <p:nvPr/>
              </p:nvSpPr>
              <p:spPr>
                <a:xfrm>
                  <a:off x="9761090" y="2697199"/>
                  <a:ext cx="843487" cy="4264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/>
                    <a:t>DK</a:t>
                  </a:r>
                  <a:endParaRPr lang="nl-BE" sz="2000"/>
                </a:p>
              </p:txBody>
            </p:sp>
          </p:grp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E4FF0E91-0A67-BA4A-269F-C708326EE42D}"/>
                  </a:ext>
                </a:extLst>
              </p:cNvPr>
              <p:cNvSpPr txBox="1"/>
              <p:nvPr/>
            </p:nvSpPr>
            <p:spPr>
              <a:xfrm>
                <a:off x="6079474" y="700660"/>
                <a:ext cx="165859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sz="1600">
                    <a:solidFill>
                      <a:srgbClr val="FF0000"/>
                    </a:solidFill>
                  </a:rPr>
                  <a:t>Stock </a:t>
                </a:r>
                <a:r>
                  <a:rPr lang="nl-BE" sz="1600" err="1">
                    <a:solidFill>
                      <a:srgbClr val="FF0000"/>
                    </a:solidFill>
                  </a:rPr>
                  <a:t>coordinator</a:t>
                </a:r>
                <a:endParaRPr lang="nl-BE" sz="1600">
                  <a:solidFill>
                    <a:srgbClr val="FF0000"/>
                  </a:solidFill>
                </a:endParaRP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E247CE56-1FD2-4AE7-9D8E-6388D0D006E3}"/>
                  </a:ext>
                </a:extLst>
              </p:cNvPr>
              <p:cNvSpPr txBox="1"/>
              <p:nvPr/>
            </p:nvSpPr>
            <p:spPr>
              <a:xfrm>
                <a:off x="3719332" y="700660"/>
                <a:ext cx="173945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sz="1600">
                    <a:solidFill>
                      <a:srgbClr val="00B050"/>
                    </a:solidFill>
                  </a:rPr>
                  <a:t>National </a:t>
                </a:r>
                <a:r>
                  <a:rPr lang="nl-BE" sz="1600" err="1">
                    <a:solidFill>
                      <a:srgbClr val="00B050"/>
                    </a:solidFill>
                  </a:rPr>
                  <a:t>estimator</a:t>
                </a:r>
                <a:endParaRPr lang="nl-BE" sz="1600">
                  <a:solidFill>
                    <a:srgbClr val="00B050"/>
                  </a:solidFill>
                </a:endParaRPr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27355794-0660-BA55-6909-57E8584D17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323274" y="3529334"/>
                <a:ext cx="1912575" cy="1005840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IE" sz="1400">
                  <a:solidFill>
                    <a:schemeClr val="tx1"/>
                  </a:solidFill>
                  <a:latin typeface="Calibri" panose="020F0502020204030204" pitchFamily="34" charset="0"/>
                </a:endParaRPr>
              </a:p>
              <a:p>
                <a:pPr algn="ctr">
                  <a:defRPr/>
                </a:pPr>
                <a:r>
                  <a:rPr lang="en-IE" sz="1400">
                    <a:solidFill>
                      <a:schemeClr val="tx1"/>
                    </a:solidFill>
                    <a:latin typeface="Calibri" panose="020F0502020204030204" pitchFamily="34" charset="0"/>
                  </a:rPr>
                  <a:t>2020_rdbes.DE</a:t>
                </a:r>
              </a:p>
            </p:txBody>
          </p:sp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F8B5E86A-3F95-BBFC-1B0F-D79E8B784C2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314738" y="3383095"/>
                <a:ext cx="457519" cy="699974"/>
                <a:chOff x="9941519" y="1663700"/>
                <a:chExt cx="1035430" cy="1548310"/>
              </a:xfrm>
            </p:grpSpPr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809E2A94-E839-4CC2-85D2-44708865F8ED}"/>
                    </a:ext>
                  </a:extLst>
                </p:cNvPr>
                <p:cNvSpPr/>
                <p:nvPr/>
              </p:nvSpPr>
              <p:spPr>
                <a:xfrm>
                  <a:off x="10152345" y="1663700"/>
                  <a:ext cx="613776" cy="547144"/>
                </a:xfrm>
                <a:prstGeom prst="ellipse">
                  <a:avLst/>
                </a:prstGeom>
                <a:noFill/>
                <a:ln w="254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/>
                </a:p>
              </p:txBody>
            </p:sp>
            <p:sp>
              <p:nvSpPr>
                <p:cNvPr id="197" name="Chord 196">
                  <a:extLst>
                    <a:ext uri="{FF2B5EF4-FFF2-40B4-BE49-F238E27FC236}">
                      <a16:creationId xmlns:a16="http://schemas.microsoft.com/office/drawing/2014/main" id="{DD1EA1A4-A736-15EF-28D3-6CC8555B323F}"/>
                    </a:ext>
                  </a:extLst>
                </p:cNvPr>
                <p:cNvSpPr/>
                <p:nvPr/>
              </p:nvSpPr>
              <p:spPr>
                <a:xfrm rot="6707692">
                  <a:off x="9966854" y="2201916"/>
                  <a:ext cx="984759" cy="1035430"/>
                </a:xfrm>
                <a:prstGeom prst="chord">
                  <a:avLst/>
                </a:prstGeom>
                <a:noFill/>
                <a:ln w="254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/>
                </a:p>
              </p:txBody>
            </p:sp>
          </p:grp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B6B0EEFA-D419-7529-DB18-299A9D8618C3}"/>
                  </a:ext>
                </a:extLst>
              </p:cNvPr>
              <p:cNvSpPr txBox="1"/>
              <p:nvPr/>
            </p:nvSpPr>
            <p:spPr>
              <a:xfrm>
                <a:off x="4137697" y="3595198"/>
                <a:ext cx="77348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/>
                  <a:t>DE</a:t>
                </a:r>
                <a:endParaRPr lang="nl-BE" sz="2000"/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D488888E-1BC8-52F6-3969-62B0FD38AC1B}"/>
                  </a:ext>
                </a:extLst>
              </p:cNvPr>
              <p:cNvSpPr txBox="1"/>
              <p:nvPr/>
            </p:nvSpPr>
            <p:spPr>
              <a:xfrm>
                <a:off x="9068591" y="700660"/>
                <a:ext cx="138332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sz="1600">
                    <a:solidFill>
                      <a:srgbClr val="FF66FF"/>
                    </a:solidFill>
                  </a:rPr>
                  <a:t>Stock assessor</a:t>
                </a:r>
              </a:p>
            </p:txBody>
          </p:sp>
          <p:sp>
            <p:nvSpPr>
              <p:cNvPr id="179" name="Chord 178">
                <a:extLst>
                  <a:ext uri="{FF2B5EF4-FFF2-40B4-BE49-F238E27FC236}">
                    <a16:creationId xmlns:a16="http://schemas.microsoft.com/office/drawing/2014/main" id="{E9C84216-53FC-A46A-25C2-DE4FBA77BF35}"/>
                  </a:ext>
                </a:extLst>
              </p:cNvPr>
              <p:cNvSpPr/>
              <p:nvPr/>
            </p:nvSpPr>
            <p:spPr>
              <a:xfrm rot="6707692">
                <a:off x="9654583" y="1362323"/>
                <a:ext cx="445199" cy="457519"/>
              </a:xfrm>
              <a:prstGeom prst="chord">
                <a:avLst/>
              </a:prstGeom>
              <a:noFill/>
              <a:ln w="25400">
                <a:solidFill>
                  <a:srgbClr val="FF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 b="1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182BB11C-8140-956F-FCAA-C43F56512468}"/>
                  </a:ext>
                </a:extLst>
              </p:cNvPr>
              <p:cNvSpPr/>
              <p:nvPr/>
            </p:nvSpPr>
            <p:spPr>
              <a:xfrm>
                <a:off x="9735522" y="1113708"/>
                <a:ext cx="271205" cy="247358"/>
              </a:xfrm>
              <a:prstGeom prst="ellipse">
                <a:avLst/>
              </a:prstGeom>
              <a:noFill/>
              <a:ln w="25400">
                <a:solidFill>
                  <a:srgbClr val="FF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 b="1"/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4B5D4A6B-7A69-5D64-E5F7-57F0F0C84566}"/>
                  </a:ext>
                </a:extLst>
              </p:cNvPr>
              <p:cNvSpPr txBox="1"/>
              <p:nvPr/>
            </p:nvSpPr>
            <p:spPr>
              <a:xfrm>
                <a:off x="9493522" y="1343069"/>
                <a:ext cx="77348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/>
                  <a:t>DK</a:t>
                </a:r>
                <a:endParaRPr lang="nl-BE" sz="2000"/>
              </a:p>
            </p:txBody>
          </p:sp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BBEB74C0-8835-F339-7022-3225C71EE9E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308727" y="2312978"/>
                <a:ext cx="457519" cy="699974"/>
                <a:chOff x="9941519" y="1663700"/>
                <a:chExt cx="1035430" cy="1548310"/>
              </a:xfrm>
            </p:grpSpPr>
            <p:sp>
              <p:nvSpPr>
                <p:cNvPr id="194" name="Oval 193">
                  <a:extLst>
                    <a:ext uri="{FF2B5EF4-FFF2-40B4-BE49-F238E27FC236}">
                      <a16:creationId xmlns:a16="http://schemas.microsoft.com/office/drawing/2014/main" id="{0D154C8E-B223-CCAE-B2F6-314B4EE3A4E6}"/>
                    </a:ext>
                  </a:extLst>
                </p:cNvPr>
                <p:cNvSpPr/>
                <p:nvPr/>
              </p:nvSpPr>
              <p:spPr>
                <a:xfrm>
                  <a:off x="10152345" y="1663700"/>
                  <a:ext cx="613776" cy="547144"/>
                </a:xfrm>
                <a:prstGeom prst="ellipse">
                  <a:avLst/>
                </a:prstGeom>
                <a:noFill/>
                <a:ln w="254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/>
                </a:p>
              </p:txBody>
            </p:sp>
            <p:sp>
              <p:nvSpPr>
                <p:cNvPr id="195" name="Chord 194">
                  <a:extLst>
                    <a:ext uri="{FF2B5EF4-FFF2-40B4-BE49-F238E27FC236}">
                      <a16:creationId xmlns:a16="http://schemas.microsoft.com/office/drawing/2014/main" id="{218B1B02-6E1C-073B-D397-46843E52011E}"/>
                    </a:ext>
                  </a:extLst>
                </p:cNvPr>
                <p:cNvSpPr/>
                <p:nvPr/>
              </p:nvSpPr>
              <p:spPr>
                <a:xfrm rot="6707692">
                  <a:off x="9966854" y="2201916"/>
                  <a:ext cx="984759" cy="1035430"/>
                </a:xfrm>
                <a:prstGeom prst="chord">
                  <a:avLst/>
                </a:prstGeom>
                <a:noFill/>
                <a:ln w="254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/>
                </a:p>
              </p:txBody>
            </p:sp>
          </p:grpSp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26A9CF81-1861-1F52-1269-8579D86B1958}"/>
                  </a:ext>
                </a:extLst>
              </p:cNvPr>
              <p:cNvSpPr txBox="1"/>
              <p:nvPr/>
            </p:nvSpPr>
            <p:spPr>
              <a:xfrm>
                <a:off x="4141207" y="2534073"/>
                <a:ext cx="77348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/>
                  <a:t>SE</a:t>
                </a:r>
                <a:endParaRPr lang="nl-BE" sz="2000"/>
              </a:p>
            </p:txBody>
          </p:sp>
          <p:grpSp>
            <p:nvGrpSpPr>
              <p:cNvPr id="184" name="Group 183">
                <a:extLst>
                  <a:ext uri="{FF2B5EF4-FFF2-40B4-BE49-F238E27FC236}">
                    <a16:creationId xmlns:a16="http://schemas.microsoft.com/office/drawing/2014/main" id="{BC16AC68-EC06-64FA-5BAB-67E09C1CF23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333255" y="1133272"/>
                <a:ext cx="457519" cy="699974"/>
                <a:chOff x="9941519" y="1663700"/>
                <a:chExt cx="1035430" cy="1548310"/>
              </a:xfrm>
            </p:grpSpPr>
            <p:sp>
              <p:nvSpPr>
                <p:cNvPr id="192" name="Oval 191">
                  <a:extLst>
                    <a:ext uri="{FF2B5EF4-FFF2-40B4-BE49-F238E27FC236}">
                      <a16:creationId xmlns:a16="http://schemas.microsoft.com/office/drawing/2014/main" id="{3D61AED0-AE48-8346-7E87-B46DFCF4CBED}"/>
                    </a:ext>
                  </a:extLst>
                </p:cNvPr>
                <p:cNvSpPr/>
                <p:nvPr/>
              </p:nvSpPr>
              <p:spPr>
                <a:xfrm>
                  <a:off x="10152345" y="1663700"/>
                  <a:ext cx="613776" cy="547144"/>
                </a:xfrm>
                <a:prstGeom prst="ellipse">
                  <a:avLst/>
                </a:prstGeom>
                <a:noFill/>
                <a:ln w="254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/>
                </a:p>
              </p:txBody>
            </p:sp>
            <p:sp>
              <p:nvSpPr>
                <p:cNvPr id="193" name="Chord 192">
                  <a:extLst>
                    <a:ext uri="{FF2B5EF4-FFF2-40B4-BE49-F238E27FC236}">
                      <a16:creationId xmlns:a16="http://schemas.microsoft.com/office/drawing/2014/main" id="{68187B54-514E-A8B1-204E-E14620B2F881}"/>
                    </a:ext>
                  </a:extLst>
                </p:cNvPr>
                <p:cNvSpPr/>
                <p:nvPr/>
              </p:nvSpPr>
              <p:spPr>
                <a:xfrm rot="6707692">
                  <a:off x="9966854" y="2201916"/>
                  <a:ext cx="984759" cy="1035430"/>
                </a:xfrm>
                <a:prstGeom prst="chord">
                  <a:avLst/>
                </a:prstGeom>
                <a:noFill/>
                <a:ln w="254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/>
                </a:p>
              </p:txBody>
            </p:sp>
          </p:grpSp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063E05A3-7A02-141A-D961-EF989E14D307}"/>
                  </a:ext>
                </a:extLst>
              </p:cNvPr>
              <p:cNvSpPr txBox="1"/>
              <p:nvPr/>
            </p:nvSpPr>
            <p:spPr>
              <a:xfrm>
                <a:off x="4178731" y="1363529"/>
                <a:ext cx="77348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/>
                  <a:t>DK</a:t>
                </a:r>
                <a:endParaRPr lang="nl-BE" sz="2000"/>
              </a:p>
            </p:txBody>
          </p:sp>
          <p:sp>
            <p:nvSpPr>
              <p:cNvPr id="186" name="Oval 185">
                <a:extLst>
                  <a:ext uri="{FF2B5EF4-FFF2-40B4-BE49-F238E27FC236}">
                    <a16:creationId xmlns:a16="http://schemas.microsoft.com/office/drawing/2014/main" id="{85B3E78A-56F3-4EFE-5AAC-590CC131D4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968153" y="2504399"/>
                <a:ext cx="2049628" cy="766809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en-IE" sz="1400">
                    <a:solidFill>
                      <a:schemeClr val="tx1"/>
                    </a:solidFill>
                    <a:latin typeface="Calibri" panose="020F0502020204030204" pitchFamily="34" charset="0"/>
                  </a:rPr>
                  <a:t>2020_cod.27.21_assessment</a:t>
                </a:r>
              </a:p>
            </p:txBody>
          </p:sp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D5DD356D-0FB7-9420-2609-C162C5B637AD}"/>
                  </a:ext>
                </a:extLst>
              </p:cNvPr>
              <p:cNvCxnSpPr/>
              <p:nvPr/>
            </p:nvCxnSpPr>
            <p:spPr>
              <a:xfrm>
                <a:off x="4862326" y="1751071"/>
                <a:ext cx="7284" cy="2272717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878DA8CF-3563-DE62-D745-2C0FD5482760}"/>
                  </a:ext>
                </a:extLst>
              </p:cNvPr>
              <p:cNvCxnSpPr/>
              <p:nvPr/>
            </p:nvCxnSpPr>
            <p:spPr>
              <a:xfrm flipH="1">
                <a:off x="4301690" y="2938056"/>
                <a:ext cx="548640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92151C3A-3E7A-5FB5-525F-CB01E72AE115}"/>
                  </a:ext>
                </a:extLst>
              </p:cNvPr>
              <p:cNvCxnSpPr/>
              <p:nvPr/>
            </p:nvCxnSpPr>
            <p:spPr>
              <a:xfrm flipH="1">
                <a:off x="4314738" y="1759042"/>
                <a:ext cx="548640" cy="0"/>
              </a:xfrm>
              <a:prstGeom prst="line">
                <a:avLst/>
              </a:prstGeom>
              <a:ln w="3175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587D1AA2-B7C1-ADB0-6DEC-E4EA42E493FA}"/>
                  </a:ext>
                </a:extLst>
              </p:cNvPr>
              <p:cNvCxnSpPr/>
              <p:nvPr/>
            </p:nvCxnSpPr>
            <p:spPr>
              <a:xfrm flipH="1">
                <a:off x="4880923" y="2938056"/>
                <a:ext cx="1097280" cy="0"/>
              </a:xfrm>
              <a:prstGeom prst="line">
                <a:avLst/>
              </a:prstGeom>
              <a:ln w="31750"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4F8B3ED1-F2BE-2F17-62A0-146F39C431C5}"/>
                  </a:ext>
                </a:extLst>
              </p:cNvPr>
              <p:cNvCxnSpPr/>
              <p:nvPr/>
            </p:nvCxnSpPr>
            <p:spPr>
              <a:xfrm flipH="1">
                <a:off x="4332905" y="4019290"/>
                <a:ext cx="548640" cy="0"/>
              </a:xfrm>
              <a:prstGeom prst="line">
                <a:avLst/>
              </a:prstGeom>
              <a:ln w="31750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F23C2E7-B3BB-D9AB-91B2-8AA2F065827B}"/>
                </a:ext>
              </a:extLst>
            </p:cNvPr>
            <p:cNvSpPr txBox="1"/>
            <p:nvPr/>
          </p:nvSpPr>
          <p:spPr>
            <a:xfrm>
              <a:off x="6305583" y="4038468"/>
              <a:ext cx="16958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err="1"/>
                <a:t>InterCatch</a:t>
              </a:r>
              <a:endParaRPr lang="nl-BE" sz="2800"/>
            </a:p>
          </p:txBody>
        </p: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0DE1D36C-3EC2-2E3D-98AB-CEBAE4E42227}"/>
                </a:ext>
              </a:extLst>
            </p:cNvPr>
            <p:cNvCxnSpPr/>
            <p:nvPr/>
          </p:nvCxnSpPr>
          <p:spPr>
            <a:xfrm flipH="1" flipV="1">
              <a:off x="5017491" y="2934184"/>
              <a:ext cx="1548317" cy="809165"/>
            </a:xfrm>
            <a:prstGeom prst="line">
              <a:avLst/>
            </a:prstGeom>
            <a:ln w="31750">
              <a:solidFill>
                <a:schemeClr val="tx1"/>
              </a:solidFill>
              <a:prstDash val="sysDash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50B5E1E5-A495-744D-04B1-2F79F73A2390}"/>
                </a:ext>
              </a:extLst>
            </p:cNvPr>
            <p:cNvCxnSpPr/>
            <p:nvPr/>
          </p:nvCxnSpPr>
          <p:spPr>
            <a:xfrm flipH="1">
              <a:off x="7806497" y="2892650"/>
              <a:ext cx="1228218" cy="866240"/>
            </a:xfrm>
            <a:prstGeom prst="line">
              <a:avLst/>
            </a:prstGeom>
            <a:ln w="31750">
              <a:solidFill>
                <a:schemeClr val="tx1"/>
              </a:solidFill>
              <a:prstDash val="sysDash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DEC5D90-E9E8-4597-F047-ABD9A56CFFC0}"/>
                </a:ext>
              </a:extLst>
            </p:cNvPr>
            <p:cNvSpPr txBox="1"/>
            <p:nvPr/>
          </p:nvSpPr>
          <p:spPr>
            <a:xfrm>
              <a:off x="5214684" y="2442993"/>
              <a:ext cx="65114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>
                  <a:solidFill>
                    <a:srgbClr val="0000FF"/>
                  </a:solidFill>
                </a:rPr>
                <a:t>CEF</a:t>
              </a:r>
              <a:endParaRPr lang="nl-BE" sz="2000" b="1">
                <a:solidFill>
                  <a:srgbClr val="0000FF"/>
                </a:solidFill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15E7ED7-70BF-219A-68B4-54C9ED5B448B}"/>
                </a:ext>
              </a:extLst>
            </p:cNvPr>
            <p:cNvSpPr txBox="1"/>
            <p:nvPr/>
          </p:nvSpPr>
          <p:spPr>
            <a:xfrm>
              <a:off x="8367566" y="2442993"/>
              <a:ext cx="6575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>
                  <a:solidFill>
                    <a:srgbClr val="0000FF"/>
                  </a:solidFill>
                </a:rPr>
                <a:t>SCF</a:t>
              </a:r>
              <a:endParaRPr lang="nl-BE" sz="2000" b="1">
                <a:solidFill>
                  <a:srgbClr val="0000FF"/>
                </a:solidFill>
              </a:endParaRPr>
            </a:p>
          </p:txBody>
        </p: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37670AC3-E338-3961-48FA-DDC29921E78E}"/>
                </a:ext>
              </a:extLst>
            </p:cNvPr>
            <p:cNvCxnSpPr/>
            <p:nvPr/>
          </p:nvCxnSpPr>
          <p:spPr>
            <a:xfrm flipH="1" flipV="1">
              <a:off x="7214201" y="4538278"/>
              <a:ext cx="16034" cy="365760"/>
            </a:xfrm>
            <a:prstGeom prst="line">
              <a:avLst/>
            </a:prstGeom>
            <a:ln w="31750">
              <a:solidFill>
                <a:schemeClr val="tx1"/>
              </a:solidFill>
              <a:prstDash val="sysDash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75945981-87FE-943B-BA47-C5029F99A56D}"/>
                </a:ext>
              </a:extLst>
            </p:cNvPr>
            <p:cNvSpPr/>
            <p:nvPr/>
          </p:nvSpPr>
          <p:spPr>
            <a:xfrm>
              <a:off x="4583968" y="4858888"/>
              <a:ext cx="543091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/>
                <a:t>CATON, mean weights at age/length, numbers at age/length</a:t>
              </a:r>
              <a:endParaRPr lang="nl-BE" sz="1600"/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5196A1D9-9E17-AE73-D535-EB2DE1B39F1E}"/>
                </a:ext>
              </a:extLst>
            </p:cNvPr>
            <p:cNvSpPr txBox="1"/>
            <p:nvPr/>
          </p:nvSpPr>
          <p:spPr>
            <a:xfrm rot="1776815">
              <a:off x="5104649" y="3294217"/>
              <a:ext cx="11037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/>
                <a:t>INPUT files</a:t>
              </a:r>
              <a:endParaRPr lang="nl-BE" sz="1600"/>
            </a:p>
          </p:txBody>
        </p:sp>
        <p:sp>
          <p:nvSpPr>
            <p:cNvPr id="162" name="Curved Right Arrow 6">
              <a:extLst>
                <a:ext uri="{FF2B5EF4-FFF2-40B4-BE49-F238E27FC236}">
                  <a16:creationId xmlns:a16="http://schemas.microsoft.com/office/drawing/2014/main" id="{15985802-E753-3EF8-DAE5-C157BA56EBFF}"/>
                </a:ext>
              </a:extLst>
            </p:cNvPr>
            <p:cNvSpPr/>
            <p:nvPr/>
          </p:nvSpPr>
          <p:spPr>
            <a:xfrm rot="10640864">
              <a:off x="5890470" y="2547817"/>
              <a:ext cx="404253" cy="768671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>
                <a:solidFill>
                  <a:schemeClr val="tx1"/>
                </a:solidFill>
              </a:endParaRPr>
            </a:p>
          </p:txBody>
        </p:sp>
        <p:sp>
          <p:nvSpPr>
            <p:cNvPr id="163" name="Curved Right Arrow 80">
              <a:extLst>
                <a:ext uri="{FF2B5EF4-FFF2-40B4-BE49-F238E27FC236}">
                  <a16:creationId xmlns:a16="http://schemas.microsoft.com/office/drawing/2014/main" id="{D238EAE6-0DA2-7F5A-273E-667A276F518E}"/>
                </a:ext>
              </a:extLst>
            </p:cNvPr>
            <p:cNvSpPr/>
            <p:nvPr/>
          </p:nvSpPr>
          <p:spPr>
            <a:xfrm rot="9797396" flipH="1">
              <a:off x="5430119" y="3602355"/>
              <a:ext cx="415747" cy="1312760"/>
            </a:xfrm>
            <a:prstGeom prst="curvedRightArrow">
              <a:avLst>
                <a:gd name="adj1" fmla="val 27295"/>
                <a:gd name="adj2" fmla="val 50000"/>
                <a:gd name="adj3" fmla="val 25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3812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1AE6E-D9A0-A29F-41E4-820E5F1FB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SCF – </a:t>
            </a:r>
            <a:r>
              <a:rPr lang="da-DK" err="1"/>
              <a:t>where</a:t>
            </a:r>
            <a:r>
              <a:rPr lang="da-DK"/>
              <a:t> to find </a:t>
            </a:r>
            <a:r>
              <a:rPr lang="da-DK" err="1"/>
              <a:t>things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C4B83-269F-5DCA-5EA5-0620DB780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/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>
                <a:hlinkClick r:id="rId2"/>
              </a:rPr>
              <a:t>https://github.com/ices-tools-dev/RDBESstockCoord/tree/main/WGRDBESstockCoord/format/SCF</a:t>
            </a:r>
            <a:endParaRPr lang="en-GB"/>
          </a:p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3639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61AE93-76D6-B6A4-AC0B-EBA745C6A1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510392"/>
              </p:ext>
            </p:extLst>
          </p:nvPr>
        </p:nvGraphicFramePr>
        <p:xfrm>
          <a:off x="74340" y="2132308"/>
          <a:ext cx="12043319" cy="341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4224">
                  <a:extLst>
                    <a:ext uri="{9D8B030D-6E8A-4147-A177-3AD203B41FA5}">
                      <a16:colId xmlns:a16="http://schemas.microsoft.com/office/drawing/2014/main" val="1135917442"/>
                    </a:ext>
                  </a:extLst>
                </a:gridCol>
                <a:gridCol w="4215865">
                  <a:extLst>
                    <a:ext uri="{9D8B030D-6E8A-4147-A177-3AD203B41FA5}">
                      <a16:colId xmlns:a16="http://schemas.microsoft.com/office/drawing/2014/main" val="2909774890"/>
                    </a:ext>
                  </a:extLst>
                </a:gridCol>
                <a:gridCol w="5553230">
                  <a:extLst>
                    <a:ext uri="{9D8B030D-6E8A-4147-A177-3AD203B41FA5}">
                      <a16:colId xmlns:a16="http://schemas.microsoft.com/office/drawing/2014/main" val="489849328"/>
                    </a:ext>
                  </a:extLst>
                </a:gridCol>
              </a:tblGrid>
              <a:tr h="493242">
                <a:tc>
                  <a:txBody>
                    <a:bodyPr/>
                    <a:lstStyle/>
                    <a:p>
                      <a:endParaRPr lang="nl-BE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400" err="1"/>
                        <a:t>InterCatch</a:t>
                      </a:r>
                      <a:endParaRPr lang="nl-BE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400"/>
                        <a:t>RDBES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368360"/>
                  </a:ext>
                </a:extLst>
              </a:tr>
              <a:tr h="13379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000"/>
                        <a:t>Assessment input</a:t>
                      </a:r>
                    </a:p>
                    <a:p>
                      <a:endParaRPr lang="nl-BE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/>
                        <a:t>caton.txt</a:t>
                      </a:r>
                    </a:p>
                    <a:p>
                      <a:r>
                        <a:rPr lang="nl-BE" sz="2000"/>
                        <a:t>canum.txt</a:t>
                      </a:r>
                    </a:p>
                    <a:p>
                      <a:r>
                        <a:rPr lang="nl-BE" sz="2000"/>
                        <a:t>weca.txt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b="0">
                          <a:sym typeface="Wingdings" panose="05000000000000000000" pitchFamily="2" charset="2"/>
                        </a:rPr>
                        <a:t>SCF:</a:t>
                      </a:r>
                    </a:p>
                    <a:p>
                      <a:r>
                        <a:rPr lang="nl-BE" sz="2000" b="0">
                          <a:solidFill>
                            <a:srgbClr val="000000"/>
                          </a:solidFill>
                        </a:rPr>
                        <a:t>Catch, </a:t>
                      </a:r>
                      <a:r>
                        <a:rPr lang="nl-BE" sz="2000" b="0" err="1">
                          <a:solidFill>
                            <a:srgbClr val="000000"/>
                          </a:solidFill>
                        </a:rPr>
                        <a:t>Combined</a:t>
                      </a:r>
                      <a:r>
                        <a:rPr lang="nl-BE" sz="2000" b="0">
                          <a:solidFill>
                            <a:srgbClr val="000000"/>
                          </a:solidFill>
                        </a:rPr>
                        <a:t> (CC)  </a:t>
                      </a:r>
                    </a:p>
                    <a:p>
                      <a:r>
                        <a:rPr lang="en-US" sz="2000" b="0">
                          <a:solidFill>
                            <a:srgbClr val="000000"/>
                          </a:solidFill>
                        </a:rPr>
                        <a:t>Age/Length/Width  Distribution, Combined (DC)</a:t>
                      </a:r>
                      <a:endParaRPr lang="nl-BE" sz="20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128570"/>
                  </a:ext>
                </a:extLst>
              </a:tr>
              <a:tr h="15810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Quality control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and </a:t>
                      </a:r>
                      <a:r>
                        <a:rPr lang="nl-BE" sz="2000" err="1"/>
                        <a:t>allocation</a:t>
                      </a:r>
                      <a:r>
                        <a:rPr lang="nl-BE" sz="2000"/>
                        <a:t> information</a:t>
                      </a:r>
                    </a:p>
                    <a:p>
                      <a:endParaRPr lang="nl-BE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AllocationOverviewForPivot_XXX.txt AllocationAndCatchesData.txt DiscardAllocations.txt </a:t>
                      </a:r>
                      <a:r>
                        <a:rPr lang="en-US" sz="2000" err="1"/>
                        <a:t>CatchAndSampleDataTables;txt</a:t>
                      </a:r>
                      <a:endParaRPr lang="nl-BE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b="0">
                          <a:sym typeface="Wingdings" panose="05000000000000000000" pitchFamily="2" charset="2"/>
                        </a:rPr>
                        <a:t>SCF: </a:t>
                      </a:r>
                    </a:p>
                    <a:p>
                      <a:r>
                        <a:rPr lang="en-US" sz="2000" b="0"/>
                        <a:t>Catch Allocation Setup </a:t>
                      </a:r>
                    </a:p>
                    <a:p>
                      <a:r>
                        <a:rPr lang="en-US" sz="2000" b="0"/>
                        <a:t>Distribution Allocation Setup </a:t>
                      </a:r>
                      <a:endParaRPr lang="nl-BE" sz="2000" b="0"/>
                    </a:p>
                    <a:p>
                      <a:endParaRPr lang="nl-BE" sz="20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47597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B41EEF5-A242-E01E-29D0-08B1DA38D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BE" err="1"/>
              <a:t>Two</a:t>
            </a:r>
            <a:r>
              <a:rPr lang="nl-BE"/>
              <a:t> </a:t>
            </a:r>
            <a:r>
              <a:rPr lang="nl-BE" err="1"/>
              <a:t>Main</a:t>
            </a:r>
            <a:r>
              <a:rPr lang="nl-BE"/>
              <a:t> </a:t>
            </a:r>
            <a:r>
              <a:rPr lang="nl-BE" err="1"/>
              <a:t>Components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146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D6B7F75-EB3B-F775-58BF-E3D2D4800FA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/>
              <a:t>1. Assessment input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CE96EF-521D-7703-CCA4-670CD6769C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65166"/>
              </p:ext>
            </p:extLst>
          </p:nvPr>
        </p:nvGraphicFramePr>
        <p:xfrm>
          <a:off x="74340" y="2132308"/>
          <a:ext cx="12043319" cy="341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7222">
                  <a:extLst>
                    <a:ext uri="{9D8B030D-6E8A-4147-A177-3AD203B41FA5}">
                      <a16:colId xmlns:a16="http://schemas.microsoft.com/office/drawing/2014/main" val="1135917442"/>
                    </a:ext>
                  </a:extLst>
                </a:gridCol>
                <a:gridCol w="4081112">
                  <a:extLst>
                    <a:ext uri="{9D8B030D-6E8A-4147-A177-3AD203B41FA5}">
                      <a16:colId xmlns:a16="http://schemas.microsoft.com/office/drawing/2014/main" val="2909774890"/>
                    </a:ext>
                  </a:extLst>
                </a:gridCol>
                <a:gridCol w="5764985">
                  <a:extLst>
                    <a:ext uri="{9D8B030D-6E8A-4147-A177-3AD203B41FA5}">
                      <a16:colId xmlns:a16="http://schemas.microsoft.com/office/drawing/2014/main" val="489849328"/>
                    </a:ext>
                  </a:extLst>
                </a:gridCol>
              </a:tblGrid>
              <a:tr h="493242">
                <a:tc>
                  <a:txBody>
                    <a:bodyPr/>
                    <a:lstStyle/>
                    <a:p>
                      <a:endParaRPr lang="nl-BE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400" err="1"/>
                        <a:t>InterCatch</a:t>
                      </a:r>
                      <a:endParaRPr lang="nl-BE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400"/>
                        <a:t>RDBES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368360"/>
                  </a:ext>
                </a:extLst>
              </a:tr>
              <a:tr h="13379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000"/>
                        <a:t>Assessment input</a:t>
                      </a:r>
                    </a:p>
                    <a:p>
                      <a:endParaRPr lang="nl-BE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/>
                        <a:t>caton.txt</a:t>
                      </a:r>
                    </a:p>
                    <a:p>
                      <a:r>
                        <a:rPr lang="nl-BE" sz="2000"/>
                        <a:t>canum.txt</a:t>
                      </a:r>
                    </a:p>
                    <a:p>
                      <a:r>
                        <a:rPr lang="nl-BE" sz="2000"/>
                        <a:t>weca.txt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b="1">
                          <a:sym typeface="Wingdings" panose="05000000000000000000" pitchFamily="2" charset="2"/>
                        </a:rPr>
                        <a:t>SCF:</a:t>
                      </a:r>
                    </a:p>
                    <a:p>
                      <a:r>
                        <a:rPr lang="nl-BE" sz="2000" b="1">
                          <a:solidFill>
                            <a:srgbClr val="000000"/>
                          </a:solidFill>
                        </a:rPr>
                        <a:t>Catch, </a:t>
                      </a:r>
                      <a:r>
                        <a:rPr lang="nl-BE" sz="2000" b="1" err="1">
                          <a:solidFill>
                            <a:srgbClr val="000000"/>
                          </a:solidFill>
                        </a:rPr>
                        <a:t>Combined</a:t>
                      </a:r>
                      <a:r>
                        <a:rPr lang="nl-BE" sz="2000" b="1">
                          <a:solidFill>
                            <a:srgbClr val="000000"/>
                          </a:solidFill>
                        </a:rPr>
                        <a:t> (CC)  </a:t>
                      </a:r>
                    </a:p>
                    <a:p>
                      <a:r>
                        <a:rPr lang="en-US" sz="2000" b="1">
                          <a:solidFill>
                            <a:srgbClr val="000000"/>
                          </a:solidFill>
                        </a:rPr>
                        <a:t>Age/Length/Width  Distribution, Combined (DC)</a:t>
                      </a:r>
                      <a:endParaRPr lang="nl-BE" sz="20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128570"/>
                  </a:ext>
                </a:extLst>
              </a:tr>
              <a:tr h="15810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Quality control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and </a:t>
                      </a:r>
                      <a:r>
                        <a:rPr lang="nl-BE" sz="2000" err="1"/>
                        <a:t>allocation</a:t>
                      </a:r>
                      <a:r>
                        <a:rPr lang="nl-BE" sz="2000"/>
                        <a:t> information</a:t>
                      </a:r>
                    </a:p>
                    <a:p>
                      <a:endParaRPr lang="nl-BE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AllocationOverviewForPivot_XXX.txt AllocationAndCatchesData.txt DiscardAllocations.txt </a:t>
                      </a:r>
                      <a:r>
                        <a:rPr lang="en-US" sz="2000" err="1"/>
                        <a:t>CatchAndSampleDataTables;txt</a:t>
                      </a:r>
                      <a:endParaRPr lang="nl-BE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b="0">
                          <a:sym typeface="Wingdings" panose="05000000000000000000" pitchFamily="2" charset="2"/>
                        </a:rPr>
                        <a:t>SCF: </a:t>
                      </a:r>
                    </a:p>
                    <a:p>
                      <a:r>
                        <a:rPr lang="en-US" sz="2000" b="0"/>
                        <a:t>Catch Allocation Setup </a:t>
                      </a:r>
                    </a:p>
                    <a:p>
                      <a:r>
                        <a:rPr lang="en-US" sz="2000" b="0"/>
                        <a:t>Distribution Allocation Setup </a:t>
                      </a:r>
                      <a:endParaRPr lang="nl-BE" sz="2000" b="0"/>
                    </a:p>
                    <a:p>
                      <a:endParaRPr lang="nl-BE" sz="20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475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8354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0B80C79B-6617-4E97-84BF-0D18328345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0308778"/>
              </p:ext>
            </p:extLst>
          </p:nvPr>
        </p:nvGraphicFramePr>
        <p:xfrm>
          <a:off x="2522538" y="407988"/>
          <a:ext cx="7146925" cy="604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147631" imgH="6042817" progId="Excel.Sheet.12">
                  <p:embed/>
                </p:oleObj>
              </mc:Choice>
              <mc:Fallback>
                <p:oleObj name="Worksheet" r:id="rId2" imgW="7147631" imgH="6042817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0B80C79B-6617-4E97-84BF-0D18328345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22538" y="407988"/>
                        <a:ext cx="7146925" cy="6042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9386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E98F42-BC7B-01B8-0E48-495A710723D2}"/>
              </a:ext>
            </a:extLst>
          </p:cNvPr>
          <p:cNvSpPr txBox="1"/>
          <p:nvPr/>
        </p:nvSpPr>
        <p:spPr>
          <a:xfrm>
            <a:off x="119162" y="82844"/>
            <a:ext cx="11357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4000"/>
              <a:t>CC</a:t>
            </a:r>
          </a:p>
        </p:txBody>
      </p:sp>
      <p:sp>
        <p:nvSpPr>
          <p:cNvPr id="6" name="Content Placeholder 11">
            <a:extLst>
              <a:ext uri="{FF2B5EF4-FFF2-40B4-BE49-F238E27FC236}">
                <a16:creationId xmlns:a16="http://schemas.microsoft.com/office/drawing/2014/main" id="{F60883DB-DA8D-F0A5-BD39-1C8884BDEE8F}"/>
              </a:ext>
            </a:extLst>
          </p:cNvPr>
          <p:cNvSpPr txBox="1">
            <a:spLocks/>
          </p:cNvSpPr>
          <p:nvPr/>
        </p:nvSpPr>
        <p:spPr>
          <a:xfrm>
            <a:off x="45346" y="1385528"/>
            <a:ext cx="4043434" cy="16079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 sz="1600" b="1"/>
              <a:t>Version &amp; versionDescription</a:t>
            </a:r>
          </a:p>
          <a:p>
            <a:r>
              <a:rPr lang="nl-BE" sz="1600" b="1"/>
              <a:t> </a:t>
            </a:r>
            <a:r>
              <a:rPr lang="en-US" sz="1600"/>
              <a:t>Add after June 2026</a:t>
            </a:r>
          </a:p>
          <a:p>
            <a:r>
              <a:rPr lang="nl-BE" sz="1600" b="1"/>
              <a:t>E.g., </a:t>
            </a:r>
          </a:p>
          <a:p>
            <a:pPr lvl="1"/>
            <a:r>
              <a:rPr lang="nl-BE" sz="1200" b="1"/>
              <a:t>1, Single fleet</a:t>
            </a:r>
          </a:p>
          <a:p>
            <a:pPr lvl="1"/>
            <a:r>
              <a:rPr lang="nl-BE" sz="1200" b="1"/>
              <a:t>2. multi fleet</a:t>
            </a:r>
          </a:p>
          <a:p>
            <a:pPr marL="0" indent="0">
              <a:buNone/>
            </a:pPr>
            <a:endParaRPr lang="nl-BE" sz="16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510F65C-78AE-F6F4-787E-EC7F1AE86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390" y="330772"/>
            <a:ext cx="7473663" cy="6196455"/>
          </a:xfrm>
          <a:prstGeom prst="rect">
            <a:avLst/>
          </a:prstGeom>
        </p:spPr>
      </p:pic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6A0E4DD8-67A9-BD3D-902D-59952EE0046A}"/>
              </a:ext>
            </a:extLst>
          </p:cNvPr>
          <p:cNvSpPr txBox="1">
            <a:spLocks/>
          </p:cNvSpPr>
          <p:nvPr/>
        </p:nvSpPr>
        <p:spPr>
          <a:xfrm>
            <a:off x="45346" y="3429001"/>
            <a:ext cx="3805542" cy="3346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/>
              <a:t>The </a:t>
            </a:r>
            <a:r>
              <a:rPr lang="en-US" sz="1600" b="1" err="1"/>
              <a:t>assessement</a:t>
            </a:r>
            <a:r>
              <a:rPr lang="en-US" sz="1600" b="1"/>
              <a:t> input can be split by: </a:t>
            </a:r>
          </a:p>
          <a:p>
            <a:r>
              <a:rPr lang="en-US" sz="1600"/>
              <a:t>ICES Area or fisheries management unit </a:t>
            </a:r>
          </a:p>
          <a:p>
            <a:r>
              <a:rPr lang="en-US" sz="1600"/>
              <a:t>Quarter, Month, Half-year</a:t>
            </a:r>
          </a:p>
          <a:p>
            <a:r>
              <a:rPr lang="en-US" sz="1600"/>
              <a:t>Fleet</a:t>
            </a:r>
          </a:p>
          <a:p>
            <a:endParaRPr lang="nl-BE" sz="1600"/>
          </a:p>
          <a:p>
            <a:pPr lvl="0"/>
            <a:endParaRPr lang="nl-BE" sz="1600"/>
          </a:p>
          <a:p>
            <a:endParaRPr lang="en-US" sz="1600"/>
          </a:p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794666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221C1-74BC-381A-B55E-17EF9F703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CC, </a:t>
            </a:r>
            <a:r>
              <a:rPr lang="da-DK" err="1"/>
              <a:t>continued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305EF-5C79-B594-4A7E-D22D67F02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b="1"/>
              <a:t>Model year vs. calendar year</a:t>
            </a:r>
          </a:p>
          <a:p>
            <a:pPr lvl="0"/>
            <a:r>
              <a:rPr lang="nl-BE"/>
              <a:t>For some stocks, the year is shifted to better reflect the stock’s life cycle. </a:t>
            </a:r>
          </a:p>
          <a:p>
            <a:pPr lvl="0"/>
            <a:r>
              <a:rPr lang="nl-BE"/>
              <a:t>The “birthday” is moved from 1 January to another date, changing age assignment. </a:t>
            </a:r>
          </a:p>
          <a:p>
            <a:pPr lvl="0"/>
            <a:r>
              <a:rPr lang="nl-BE"/>
              <a:t>E.g. spr.27.3a4</a:t>
            </a:r>
            <a:r>
              <a:rPr lang="nl-BE" b="1"/>
              <a:t>:</a:t>
            </a:r>
            <a:r>
              <a:rPr lang="nl-BE"/>
              <a:t> birthday = 1 July → model year runs Q3–Q2. </a:t>
            </a:r>
          </a:p>
          <a:p>
            <a:pPr lvl="0"/>
            <a:r>
              <a:rPr lang="nl-BE"/>
              <a:t>As ages are reassigned during stock coordination, estimates should use </a:t>
            </a:r>
            <a:r>
              <a:rPr lang="nl-BE" b="1"/>
              <a:t>model year + season</a:t>
            </a:r>
            <a:r>
              <a:rPr lang="nl-BE"/>
              <a:t>, not calendar year + season.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7462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E1C07-2C93-1C23-27D4-6FD06313A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CBFF0D-7473-5E6D-09C8-C3E1C110F071}"/>
              </a:ext>
            </a:extLst>
          </p:cNvPr>
          <p:cNvSpPr txBox="1"/>
          <p:nvPr/>
        </p:nvSpPr>
        <p:spPr>
          <a:xfrm>
            <a:off x="119162" y="82844"/>
            <a:ext cx="11357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4000"/>
              <a:t>DC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602920-3C0A-88AD-8D6D-2627F8D3B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738" y="82844"/>
            <a:ext cx="6232030" cy="6664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177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0078FC-DA04-AD2D-B11B-33FCF1D503A0}"/>
              </a:ext>
            </a:extLst>
          </p:cNvPr>
          <p:cNvSpPr txBox="1"/>
          <p:nvPr/>
        </p:nvSpPr>
        <p:spPr>
          <a:xfrm>
            <a:off x="646771" y="988741"/>
            <a:ext cx="38232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400" err="1">
                <a:highlight>
                  <a:srgbClr val="FF00FF"/>
                </a:highlight>
              </a:rPr>
              <a:t>Example</a:t>
            </a:r>
            <a:r>
              <a:rPr lang="nl-BE" sz="2400">
                <a:highlight>
                  <a:srgbClr val="FF00FF"/>
                </a:highlight>
              </a:rPr>
              <a:t> </a:t>
            </a:r>
            <a:r>
              <a:rPr lang="nl-BE" sz="2400" err="1">
                <a:highlight>
                  <a:srgbClr val="FF00FF"/>
                </a:highlight>
              </a:rPr>
              <a:t>with</a:t>
            </a:r>
            <a:r>
              <a:rPr lang="nl-BE" sz="2400">
                <a:highlight>
                  <a:srgbClr val="FF00FF"/>
                </a:highlight>
              </a:rPr>
              <a:t> </a:t>
            </a:r>
            <a:r>
              <a:rPr lang="nl-BE" sz="2400" err="1">
                <a:highlight>
                  <a:srgbClr val="FF00FF"/>
                </a:highlight>
              </a:rPr>
              <a:t>calendar</a:t>
            </a:r>
            <a:r>
              <a:rPr lang="nl-BE" sz="2400">
                <a:highlight>
                  <a:srgbClr val="FF00FF"/>
                </a:highlight>
              </a:rPr>
              <a:t> </a:t>
            </a:r>
            <a:r>
              <a:rPr lang="nl-BE" sz="2400" err="1">
                <a:highlight>
                  <a:srgbClr val="FF00FF"/>
                </a:highlight>
              </a:rPr>
              <a:t>year</a:t>
            </a:r>
            <a:endParaRPr lang="nl-BE" sz="2400">
              <a:highlight>
                <a:srgbClr val="FF00FF"/>
              </a:highlight>
            </a:endParaRPr>
          </a:p>
          <a:p>
            <a:r>
              <a:rPr lang="nl-BE" sz="2400" err="1">
                <a:highlight>
                  <a:srgbClr val="FF00FF"/>
                </a:highlight>
              </a:rPr>
              <a:t>Example</a:t>
            </a:r>
            <a:r>
              <a:rPr lang="nl-BE" sz="2400">
                <a:highlight>
                  <a:srgbClr val="FF00FF"/>
                </a:highlight>
              </a:rPr>
              <a:t> </a:t>
            </a:r>
            <a:r>
              <a:rPr lang="nl-BE" sz="2400" err="1">
                <a:highlight>
                  <a:srgbClr val="FF00FF"/>
                </a:highlight>
              </a:rPr>
              <a:t>with</a:t>
            </a:r>
            <a:r>
              <a:rPr lang="nl-BE" sz="2400">
                <a:highlight>
                  <a:srgbClr val="FF00FF"/>
                </a:highlight>
              </a:rPr>
              <a:t> model </a:t>
            </a:r>
            <a:r>
              <a:rPr lang="nl-BE" sz="2400" err="1">
                <a:highlight>
                  <a:srgbClr val="FF00FF"/>
                </a:highlight>
              </a:rPr>
              <a:t>year</a:t>
            </a:r>
            <a:r>
              <a:rPr lang="nl-BE" sz="2400">
                <a:highlight>
                  <a:srgbClr val="FF00FF"/>
                </a:highligh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6639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5D5D0-5EEB-45B2-88EF-7EDAD92EF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Overwriting rules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B68BE3-6A5D-DCF2-1FEF-9618E9465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32" y="2263970"/>
            <a:ext cx="3094278" cy="1751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161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7BA08-0798-CACD-02D6-A93656434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From SCF to model input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44D68-58D4-F646-35D2-B95F02730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err="1"/>
              <a:t>We</a:t>
            </a:r>
            <a:r>
              <a:rPr lang="da-DK"/>
              <a:t> </a:t>
            </a:r>
            <a:r>
              <a:rPr lang="da-DK" err="1"/>
              <a:t>need</a:t>
            </a:r>
            <a:r>
              <a:rPr lang="da-DK"/>
              <a:t> a </a:t>
            </a:r>
            <a:r>
              <a:rPr lang="da-DK" err="1"/>
              <a:t>function</a:t>
            </a:r>
            <a:r>
              <a:rPr lang="da-DK"/>
              <a:t> for </a:t>
            </a:r>
            <a:r>
              <a:rPr lang="da-DK" err="1"/>
              <a:t>transposing</a:t>
            </a:r>
            <a:r>
              <a:rPr lang="da-DK"/>
              <a:t> the </a:t>
            </a:r>
            <a:r>
              <a:rPr lang="da-DK" err="1"/>
              <a:t>suggested</a:t>
            </a:r>
            <a:r>
              <a:rPr lang="da-DK"/>
              <a:t> SCF </a:t>
            </a:r>
            <a:r>
              <a:rPr lang="da-DK" err="1"/>
              <a:t>into</a:t>
            </a:r>
            <a:r>
              <a:rPr lang="da-DK"/>
              <a:t> the </a:t>
            </a:r>
            <a:r>
              <a:rPr lang="da-DK" err="1"/>
              <a:t>wide</a:t>
            </a:r>
            <a:r>
              <a:rPr lang="da-DK"/>
              <a:t> format </a:t>
            </a:r>
            <a:r>
              <a:rPr lang="da-DK" err="1"/>
              <a:t>that</a:t>
            </a:r>
            <a:r>
              <a:rPr lang="da-DK"/>
              <a:t> a </a:t>
            </a:r>
            <a:r>
              <a:rPr lang="da-DK" err="1"/>
              <a:t>lot</a:t>
            </a:r>
            <a:r>
              <a:rPr lang="da-DK"/>
              <a:t> of </a:t>
            </a:r>
            <a:r>
              <a:rPr lang="da-DK" err="1"/>
              <a:t>stock</a:t>
            </a:r>
            <a:r>
              <a:rPr lang="da-DK"/>
              <a:t> </a:t>
            </a:r>
            <a:r>
              <a:rPr lang="da-DK" err="1"/>
              <a:t>assessment</a:t>
            </a:r>
            <a:r>
              <a:rPr lang="da-DK"/>
              <a:t> models </a:t>
            </a:r>
            <a:r>
              <a:rPr lang="da-DK" err="1"/>
              <a:t>use</a:t>
            </a:r>
            <a:endParaRPr lang="en-GB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7EC0BE89-A0C4-539B-1037-B12378FEE8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1252457"/>
              </p:ext>
            </p:extLst>
          </p:nvPr>
        </p:nvGraphicFramePr>
        <p:xfrm>
          <a:off x="1743014" y="3083147"/>
          <a:ext cx="8705972" cy="1836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103514" imgH="1287890" progId="Excel.Sheet.12">
                  <p:embed/>
                </p:oleObj>
              </mc:Choice>
              <mc:Fallback>
                <p:oleObj name="Worksheet" r:id="rId2" imgW="6103514" imgH="1287890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7EC0BE89-A0C4-539B-1037-B12378FEE8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43014" y="3083147"/>
                        <a:ext cx="8705972" cy="18362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7916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7FB70-90ED-5843-8170-FBA19A6CC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CCF8E-F6B4-6741-18FD-CB4D451B2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Known issues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6BC72D-A1E8-A246-7F7B-7BAA68FCA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08406"/>
          </a:xfrm>
        </p:spPr>
        <p:txBody>
          <a:bodyPr>
            <a:normAutofit/>
          </a:bodyPr>
          <a:lstStyle/>
          <a:p>
            <a:r>
              <a:rPr lang="en-US" sz="2800"/>
              <a:t>Counts </a:t>
            </a:r>
            <a:r>
              <a:rPr lang="en-US"/>
              <a:t>(</a:t>
            </a:r>
            <a:r>
              <a:rPr lang="en-US" err="1"/>
              <a:t>numTrips</a:t>
            </a:r>
            <a:r>
              <a:rPr lang="en-US"/>
              <a:t>, </a:t>
            </a:r>
            <a:r>
              <a:rPr lang="en-US" err="1"/>
              <a:t>numMeasurements</a:t>
            </a:r>
            <a:r>
              <a:rPr lang="en-US"/>
              <a:t>)</a:t>
            </a:r>
            <a:endParaRPr lang="en-US" sz="2800"/>
          </a:p>
          <a:p>
            <a:pPr lvl="1"/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15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43486-5A98-6E2F-1B17-0A57F6961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DA8FDC-74CE-D8AC-CE47-C094CB315F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176437"/>
              </p:ext>
            </p:extLst>
          </p:nvPr>
        </p:nvGraphicFramePr>
        <p:xfrm>
          <a:off x="74340" y="2132308"/>
          <a:ext cx="12043319" cy="341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6473">
                  <a:extLst>
                    <a:ext uri="{9D8B030D-6E8A-4147-A177-3AD203B41FA5}">
                      <a16:colId xmlns:a16="http://schemas.microsoft.com/office/drawing/2014/main" val="1135917442"/>
                    </a:ext>
                  </a:extLst>
                </a:gridCol>
                <a:gridCol w="4292867">
                  <a:extLst>
                    <a:ext uri="{9D8B030D-6E8A-4147-A177-3AD203B41FA5}">
                      <a16:colId xmlns:a16="http://schemas.microsoft.com/office/drawing/2014/main" val="2909774890"/>
                    </a:ext>
                  </a:extLst>
                </a:gridCol>
                <a:gridCol w="5533979">
                  <a:extLst>
                    <a:ext uri="{9D8B030D-6E8A-4147-A177-3AD203B41FA5}">
                      <a16:colId xmlns:a16="http://schemas.microsoft.com/office/drawing/2014/main" val="489849328"/>
                    </a:ext>
                  </a:extLst>
                </a:gridCol>
              </a:tblGrid>
              <a:tr h="493242">
                <a:tc>
                  <a:txBody>
                    <a:bodyPr/>
                    <a:lstStyle/>
                    <a:p>
                      <a:endParaRPr lang="nl-BE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400" err="1"/>
                        <a:t>InterCatch</a:t>
                      </a:r>
                      <a:endParaRPr lang="nl-BE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400"/>
                        <a:t>RDBES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368360"/>
                  </a:ext>
                </a:extLst>
              </a:tr>
              <a:tr h="13379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000"/>
                        <a:t>Assessment input</a:t>
                      </a:r>
                    </a:p>
                    <a:p>
                      <a:endParaRPr lang="nl-BE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/>
                        <a:t>caton.txt</a:t>
                      </a:r>
                    </a:p>
                    <a:p>
                      <a:r>
                        <a:rPr lang="nl-BE" sz="2000"/>
                        <a:t>canum.txt</a:t>
                      </a:r>
                    </a:p>
                    <a:p>
                      <a:r>
                        <a:rPr lang="nl-BE" sz="2000"/>
                        <a:t>weca.txt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b="0">
                          <a:sym typeface="Wingdings" panose="05000000000000000000" pitchFamily="2" charset="2"/>
                        </a:rPr>
                        <a:t>SCF:</a:t>
                      </a:r>
                    </a:p>
                    <a:p>
                      <a:r>
                        <a:rPr lang="nl-BE" sz="2000" b="0">
                          <a:solidFill>
                            <a:srgbClr val="000000"/>
                          </a:solidFill>
                        </a:rPr>
                        <a:t>Catch, </a:t>
                      </a:r>
                      <a:r>
                        <a:rPr lang="nl-BE" sz="2000" b="0" err="1">
                          <a:solidFill>
                            <a:srgbClr val="000000"/>
                          </a:solidFill>
                        </a:rPr>
                        <a:t>Combined</a:t>
                      </a:r>
                      <a:r>
                        <a:rPr lang="nl-BE" sz="2000" b="0">
                          <a:solidFill>
                            <a:srgbClr val="000000"/>
                          </a:solidFill>
                        </a:rPr>
                        <a:t> (CC)  </a:t>
                      </a:r>
                    </a:p>
                    <a:p>
                      <a:r>
                        <a:rPr lang="en-US" sz="2000" b="0">
                          <a:solidFill>
                            <a:srgbClr val="000000"/>
                          </a:solidFill>
                        </a:rPr>
                        <a:t>Age/Length/Width  Distribution, Combined (DC)</a:t>
                      </a:r>
                      <a:endParaRPr lang="nl-BE" sz="20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128570"/>
                  </a:ext>
                </a:extLst>
              </a:tr>
              <a:tr h="15810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Quality control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and </a:t>
                      </a:r>
                      <a:r>
                        <a:rPr lang="nl-BE" sz="2000" err="1"/>
                        <a:t>allocation</a:t>
                      </a:r>
                      <a:r>
                        <a:rPr lang="nl-BE" sz="2000"/>
                        <a:t> information</a:t>
                      </a:r>
                    </a:p>
                    <a:p>
                      <a:endParaRPr lang="nl-BE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AllocationOverviewForPivot_XXX.txt AllocationAndCatchesData.txt DiscardAllocations.txt </a:t>
                      </a:r>
                      <a:r>
                        <a:rPr lang="en-US" sz="2000" err="1"/>
                        <a:t>CatchAndSampleDataTables;txt</a:t>
                      </a:r>
                      <a:endParaRPr lang="nl-BE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b="1">
                          <a:sym typeface="Wingdings" panose="05000000000000000000" pitchFamily="2" charset="2"/>
                        </a:rPr>
                        <a:t>SCF: </a:t>
                      </a:r>
                    </a:p>
                    <a:p>
                      <a:r>
                        <a:rPr lang="en-US" sz="2000" b="1"/>
                        <a:t>Catch Allocation Setup </a:t>
                      </a:r>
                    </a:p>
                    <a:p>
                      <a:r>
                        <a:rPr lang="en-US" sz="2000" b="1"/>
                        <a:t>Distribution Allocation Setup</a:t>
                      </a:r>
                      <a:endParaRPr lang="nl-BE" sz="20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475970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74B56A67-F0D1-DBB8-A139-5FF8C41553B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/>
              <a:t>2. </a:t>
            </a:r>
            <a:r>
              <a:rPr lang="nl-BE" err="1"/>
              <a:t>Allocation</a:t>
            </a:r>
            <a:r>
              <a:rPr lang="nl-BE"/>
              <a:t> information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5514E7-CE60-A883-690B-76DB71E14FD3}"/>
              </a:ext>
            </a:extLst>
          </p:cNvPr>
          <p:cNvSpPr txBox="1"/>
          <p:nvPr/>
        </p:nvSpPr>
        <p:spPr>
          <a:xfrm>
            <a:off x="750850" y="5986168"/>
            <a:ext cx="109951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Aim: </a:t>
            </a:r>
            <a:r>
              <a:rPr lang="en-US" sz="1800" b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document</a:t>
            </a: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how </a:t>
            </a:r>
            <a:r>
              <a:rPr lang="en-US" sz="1800" b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catch allocation </a:t>
            </a: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and </a:t>
            </a:r>
            <a:r>
              <a:rPr lang="en-US" sz="1800" b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distribution allocation </a:t>
            </a: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were performed in RDBES, while also supporting the documentation of </a:t>
            </a:r>
            <a:r>
              <a:rPr lang="en-US" sz="1800" b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historical allocations </a:t>
            </a: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carried out in </a:t>
            </a:r>
            <a:r>
              <a:rPr lang="en-US" sz="1800" err="1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InterCatch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70077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973B916-BCCF-0F7E-5E86-758E21A58CA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SCF - extended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C0E8F4-C49B-667F-72B6-04CDAA48F46D}"/>
              </a:ext>
            </a:extLst>
          </p:cNvPr>
          <p:cNvSpPr txBox="1">
            <a:spLocks/>
          </p:cNvSpPr>
          <p:nvPr/>
        </p:nvSpPr>
        <p:spPr>
          <a:xfrm>
            <a:off x="838200" y="1671118"/>
            <a:ext cx="10515600" cy="193785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</a:t>
            </a:r>
            <a:r>
              <a:rPr lang="en-US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SCF </a:t>
            </a:r>
            <a:r>
              <a:rPr lang="en-US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is extended with </a:t>
            </a:r>
            <a:r>
              <a:rPr lang="nl-BE" b="1" err="1"/>
              <a:t>two</a:t>
            </a:r>
            <a:r>
              <a:rPr lang="nl-BE" b="1"/>
              <a:t> </a:t>
            </a:r>
            <a:r>
              <a:rPr lang="nl-BE" b="1" err="1"/>
              <a:t>additional</a:t>
            </a:r>
            <a:r>
              <a:rPr lang="nl-BE" b="1"/>
              <a:t> </a:t>
            </a:r>
            <a:r>
              <a:rPr lang="nl-BE" b="1" err="1"/>
              <a:t>table</a:t>
            </a:r>
            <a:r>
              <a:rPr lang="nl-BE" b="1"/>
              <a:t> pairs</a:t>
            </a:r>
            <a:r>
              <a:rPr lang="nl-BE"/>
              <a:t>:</a:t>
            </a:r>
            <a:endParaRPr lang="nl-BE" b="1" kern="10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nl-BE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Catch </a:t>
            </a:r>
            <a:r>
              <a:rPr lang="nl-BE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Allocation</a:t>
            </a:r>
            <a:r>
              <a:rPr lang="nl-BE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Setup</a:t>
            </a:r>
            <a:r>
              <a:rPr lang="nl-BE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(discard raising)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nl-BE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Distribution </a:t>
            </a:r>
            <a:r>
              <a:rPr lang="nl-BE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Allocation</a:t>
            </a:r>
            <a:r>
              <a:rPr lang="nl-BE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Setup </a:t>
            </a:r>
            <a:r>
              <a:rPr lang="en-US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(age/length allocation)  </a:t>
            </a:r>
            <a:endParaRPr lang="nl-BE" kern="10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lvl="1"/>
            <a:endParaRPr lang="en-US"/>
          </a:p>
          <a:p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09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538D1B4-1192-E0E5-C5D5-1F9CDEC8852D}"/>
              </a:ext>
            </a:extLst>
          </p:cNvPr>
          <p:cNvGrpSpPr/>
          <p:nvPr/>
        </p:nvGrpSpPr>
        <p:grpSpPr>
          <a:xfrm>
            <a:off x="5418086" y="4615493"/>
            <a:ext cx="2373146" cy="564701"/>
            <a:chOff x="5102458" y="4369338"/>
            <a:chExt cx="2373146" cy="564701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265B0FB-19DC-BBAD-068F-A46F14823BFE}"/>
                </a:ext>
              </a:extLst>
            </p:cNvPr>
            <p:cNvSpPr/>
            <p:nvPr/>
          </p:nvSpPr>
          <p:spPr>
            <a:xfrm>
              <a:off x="6289031" y="4369338"/>
              <a:ext cx="1186573" cy="564701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384827"/>
                  </a:lnTo>
                  <a:lnTo>
                    <a:pt x="1186573" y="384827"/>
                  </a:lnTo>
                  <a:lnTo>
                    <a:pt x="1186573" y="564701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2D04F44-F5DF-F95C-6268-0F7F9F166CB7}"/>
                </a:ext>
              </a:extLst>
            </p:cNvPr>
            <p:cNvSpPr/>
            <p:nvPr/>
          </p:nvSpPr>
          <p:spPr>
            <a:xfrm>
              <a:off x="5102458" y="4369338"/>
              <a:ext cx="1186573" cy="564701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1186573" y="0"/>
                  </a:moveTo>
                  <a:lnTo>
                    <a:pt x="1186573" y="384827"/>
                  </a:lnTo>
                  <a:lnTo>
                    <a:pt x="0" y="384827"/>
                  </a:lnTo>
                  <a:lnTo>
                    <a:pt x="0" y="564701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nl-BE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1A36057-02E3-1473-F526-2BE38ABAA44C}"/>
              </a:ext>
            </a:extLst>
          </p:cNvPr>
          <p:cNvGrpSpPr/>
          <p:nvPr/>
        </p:nvGrpSpPr>
        <p:grpSpPr>
          <a:xfrm rot="16200000">
            <a:off x="4083429" y="2272106"/>
            <a:ext cx="2373147" cy="564701"/>
            <a:chOff x="3915884" y="2571680"/>
            <a:chExt cx="2373147" cy="56470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BEE2F07-CA6F-E774-061B-C63F29005022}"/>
                </a:ext>
              </a:extLst>
            </p:cNvPr>
            <p:cNvSpPr/>
            <p:nvPr/>
          </p:nvSpPr>
          <p:spPr>
            <a:xfrm>
              <a:off x="5102458" y="2571680"/>
              <a:ext cx="1186573" cy="564701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384827"/>
                  </a:lnTo>
                  <a:lnTo>
                    <a:pt x="1186573" y="384827"/>
                  </a:lnTo>
                  <a:lnTo>
                    <a:pt x="1186573" y="564701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674B2D3-B756-5211-A3A3-AA9BF1611A70}"/>
                </a:ext>
              </a:extLst>
            </p:cNvPr>
            <p:cNvSpPr/>
            <p:nvPr/>
          </p:nvSpPr>
          <p:spPr>
            <a:xfrm>
              <a:off x="3915884" y="2571680"/>
              <a:ext cx="1186573" cy="564701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1186573" y="0"/>
                  </a:moveTo>
                  <a:lnTo>
                    <a:pt x="1186573" y="384827"/>
                  </a:lnTo>
                  <a:lnTo>
                    <a:pt x="0" y="384827"/>
                  </a:lnTo>
                  <a:lnTo>
                    <a:pt x="0" y="564701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nl-BE"/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D637ECF-2420-3FF8-759A-DD18CD1B7EBD}"/>
              </a:ext>
            </a:extLst>
          </p:cNvPr>
          <p:cNvSpPr/>
          <p:nvPr/>
        </p:nvSpPr>
        <p:spPr>
          <a:xfrm>
            <a:off x="3004727" y="1843843"/>
            <a:ext cx="1941665" cy="1232957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31A492B-0FB2-0C22-71BC-88D64137C2DA}"/>
              </a:ext>
            </a:extLst>
          </p:cNvPr>
          <p:cNvSpPr/>
          <p:nvPr/>
        </p:nvSpPr>
        <p:spPr>
          <a:xfrm>
            <a:off x="3220467" y="2048797"/>
            <a:ext cx="1941665" cy="1232957"/>
          </a:xfrm>
          <a:custGeom>
            <a:avLst/>
            <a:gdLst>
              <a:gd name="csX0" fmla="*/ 0 w 1941665"/>
              <a:gd name="csY0" fmla="*/ 123296 h 1232957"/>
              <a:gd name="csX1" fmla="*/ 123296 w 1941665"/>
              <a:gd name="csY1" fmla="*/ 0 h 1232957"/>
              <a:gd name="csX2" fmla="*/ 1818369 w 1941665"/>
              <a:gd name="csY2" fmla="*/ 0 h 1232957"/>
              <a:gd name="csX3" fmla="*/ 1941665 w 1941665"/>
              <a:gd name="csY3" fmla="*/ 123296 h 1232957"/>
              <a:gd name="csX4" fmla="*/ 1941665 w 1941665"/>
              <a:gd name="csY4" fmla="*/ 1109661 h 1232957"/>
              <a:gd name="csX5" fmla="*/ 1818369 w 1941665"/>
              <a:gd name="csY5" fmla="*/ 1232957 h 1232957"/>
              <a:gd name="csX6" fmla="*/ 123296 w 1941665"/>
              <a:gd name="csY6" fmla="*/ 1232957 h 1232957"/>
              <a:gd name="csX7" fmla="*/ 0 w 1941665"/>
              <a:gd name="csY7" fmla="*/ 1109661 h 1232957"/>
              <a:gd name="csX8" fmla="*/ 0 w 1941665"/>
              <a:gd name="csY8" fmla="*/ 123296 h 12329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41665" h="1232957">
                <a:moveTo>
                  <a:pt x="0" y="123296"/>
                </a:moveTo>
                <a:cubicBezTo>
                  <a:pt x="0" y="55201"/>
                  <a:pt x="55201" y="0"/>
                  <a:pt x="123296" y="0"/>
                </a:cubicBezTo>
                <a:lnTo>
                  <a:pt x="1818369" y="0"/>
                </a:lnTo>
                <a:cubicBezTo>
                  <a:pt x="1886464" y="0"/>
                  <a:pt x="1941665" y="55201"/>
                  <a:pt x="1941665" y="123296"/>
                </a:cubicBezTo>
                <a:lnTo>
                  <a:pt x="1941665" y="1109661"/>
                </a:lnTo>
                <a:cubicBezTo>
                  <a:pt x="1941665" y="1177756"/>
                  <a:pt x="1886464" y="1232957"/>
                  <a:pt x="1818369" y="1232957"/>
                </a:cubicBezTo>
                <a:lnTo>
                  <a:pt x="123296" y="1232957"/>
                </a:lnTo>
                <a:cubicBezTo>
                  <a:pt x="55201" y="1232957"/>
                  <a:pt x="0" y="1177756"/>
                  <a:pt x="0" y="1109661"/>
                </a:cubicBezTo>
                <a:lnTo>
                  <a:pt x="0" y="123296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1832" tIns="81832" rIns="81832" bIns="81832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kern="1200"/>
              <a:t>Each table pair consists of </a:t>
            </a:r>
          </a:p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/>
              <a:t>two sections</a:t>
            </a:r>
            <a:r>
              <a:rPr lang="en-US" sz="1600" kern="1200"/>
              <a:t>: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B3A6575-1A44-6E8E-E43F-F1637E05BE05}"/>
              </a:ext>
            </a:extLst>
          </p:cNvPr>
          <p:cNvGrpSpPr/>
          <p:nvPr/>
        </p:nvGrpSpPr>
        <p:grpSpPr>
          <a:xfrm>
            <a:off x="5563504" y="663606"/>
            <a:ext cx="2157405" cy="1437911"/>
            <a:chOff x="2945052" y="3136381"/>
            <a:chExt cx="2157405" cy="1437911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5C0CCADA-3C45-FC56-95C3-4C70CDF761FF}"/>
                </a:ext>
              </a:extLst>
            </p:cNvPr>
            <p:cNvSpPr/>
            <p:nvPr/>
          </p:nvSpPr>
          <p:spPr>
            <a:xfrm>
              <a:off x="2945052" y="3136381"/>
              <a:ext cx="1941665" cy="1232957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B21D6D-AEE2-C557-E577-826BED70C136}"/>
                </a:ext>
              </a:extLst>
            </p:cNvPr>
            <p:cNvSpPr/>
            <p:nvPr/>
          </p:nvSpPr>
          <p:spPr>
            <a:xfrm>
              <a:off x="3160792" y="3341335"/>
              <a:ext cx="1941665" cy="1232957"/>
            </a:xfrm>
            <a:custGeom>
              <a:avLst/>
              <a:gdLst>
                <a:gd name="csX0" fmla="*/ 0 w 1941665"/>
                <a:gd name="csY0" fmla="*/ 123296 h 1232957"/>
                <a:gd name="csX1" fmla="*/ 123296 w 1941665"/>
                <a:gd name="csY1" fmla="*/ 0 h 1232957"/>
                <a:gd name="csX2" fmla="*/ 1818369 w 1941665"/>
                <a:gd name="csY2" fmla="*/ 0 h 1232957"/>
                <a:gd name="csX3" fmla="*/ 1941665 w 1941665"/>
                <a:gd name="csY3" fmla="*/ 123296 h 1232957"/>
                <a:gd name="csX4" fmla="*/ 1941665 w 1941665"/>
                <a:gd name="csY4" fmla="*/ 1109661 h 1232957"/>
                <a:gd name="csX5" fmla="*/ 1818369 w 1941665"/>
                <a:gd name="csY5" fmla="*/ 1232957 h 1232957"/>
                <a:gd name="csX6" fmla="*/ 123296 w 1941665"/>
                <a:gd name="csY6" fmla="*/ 1232957 h 1232957"/>
                <a:gd name="csX7" fmla="*/ 0 w 1941665"/>
                <a:gd name="csY7" fmla="*/ 1109661 h 1232957"/>
                <a:gd name="csX8" fmla="*/ 0 w 1941665"/>
                <a:gd name="csY8" fmla="*/ 123296 h 12329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41665" h="1232957">
                  <a:moveTo>
                    <a:pt x="0" y="123296"/>
                  </a:moveTo>
                  <a:cubicBezTo>
                    <a:pt x="0" y="55201"/>
                    <a:pt x="55201" y="0"/>
                    <a:pt x="123296" y="0"/>
                  </a:cubicBezTo>
                  <a:lnTo>
                    <a:pt x="1818369" y="0"/>
                  </a:lnTo>
                  <a:cubicBezTo>
                    <a:pt x="1886464" y="0"/>
                    <a:pt x="1941665" y="55201"/>
                    <a:pt x="1941665" y="123296"/>
                  </a:cubicBezTo>
                  <a:lnTo>
                    <a:pt x="1941665" y="1109661"/>
                  </a:lnTo>
                  <a:cubicBezTo>
                    <a:pt x="1941665" y="1177756"/>
                    <a:pt x="1886464" y="1232957"/>
                    <a:pt x="1818369" y="1232957"/>
                  </a:cubicBezTo>
                  <a:lnTo>
                    <a:pt x="123296" y="1232957"/>
                  </a:lnTo>
                  <a:cubicBezTo>
                    <a:pt x="55201" y="1232957"/>
                    <a:pt x="0" y="1177756"/>
                    <a:pt x="0" y="1109661"/>
                  </a:cubicBezTo>
                  <a:lnTo>
                    <a:pt x="0" y="123296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022" tIns="78022" rIns="78022" bIns="78022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/>
                <a:t>Upper section </a:t>
              </a:r>
              <a:endParaRPr lang="en-US" sz="1400" kern="1200"/>
            </a:p>
            <a:p>
              <a:pPr lvl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/>
                <a:t>sampled strata and  </a:t>
              </a:r>
              <a:r>
                <a:rPr lang="en-US" sz="1400" kern="1200"/>
                <a:t>allocation results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BD82524-EF55-9028-9C5A-22658B8514D4}"/>
              </a:ext>
            </a:extLst>
          </p:cNvPr>
          <p:cNvGrpSpPr/>
          <p:nvPr/>
        </p:nvGrpSpPr>
        <p:grpSpPr>
          <a:xfrm>
            <a:off x="5563504" y="3025831"/>
            <a:ext cx="2157406" cy="1437911"/>
            <a:chOff x="5318198" y="3136381"/>
            <a:chExt cx="2157406" cy="1437911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1055899-0617-CE38-3FC4-074AAA41E881}"/>
                </a:ext>
              </a:extLst>
            </p:cNvPr>
            <p:cNvSpPr/>
            <p:nvPr/>
          </p:nvSpPr>
          <p:spPr>
            <a:xfrm>
              <a:off x="5318198" y="3136381"/>
              <a:ext cx="1941665" cy="1232957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2E82ABF-5F09-7C2D-D066-E89D997CE808}"/>
                </a:ext>
              </a:extLst>
            </p:cNvPr>
            <p:cNvSpPr/>
            <p:nvPr/>
          </p:nvSpPr>
          <p:spPr>
            <a:xfrm>
              <a:off x="5533939" y="3341335"/>
              <a:ext cx="1941665" cy="1232957"/>
            </a:xfrm>
            <a:custGeom>
              <a:avLst/>
              <a:gdLst>
                <a:gd name="csX0" fmla="*/ 0 w 1941665"/>
                <a:gd name="csY0" fmla="*/ 123296 h 1232957"/>
                <a:gd name="csX1" fmla="*/ 123296 w 1941665"/>
                <a:gd name="csY1" fmla="*/ 0 h 1232957"/>
                <a:gd name="csX2" fmla="*/ 1818369 w 1941665"/>
                <a:gd name="csY2" fmla="*/ 0 h 1232957"/>
                <a:gd name="csX3" fmla="*/ 1941665 w 1941665"/>
                <a:gd name="csY3" fmla="*/ 123296 h 1232957"/>
                <a:gd name="csX4" fmla="*/ 1941665 w 1941665"/>
                <a:gd name="csY4" fmla="*/ 1109661 h 1232957"/>
                <a:gd name="csX5" fmla="*/ 1818369 w 1941665"/>
                <a:gd name="csY5" fmla="*/ 1232957 h 1232957"/>
                <a:gd name="csX6" fmla="*/ 123296 w 1941665"/>
                <a:gd name="csY6" fmla="*/ 1232957 h 1232957"/>
                <a:gd name="csX7" fmla="*/ 0 w 1941665"/>
                <a:gd name="csY7" fmla="*/ 1109661 h 1232957"/>
                <a:gd name="csX8" fmla="*/ 0 w 1941665"/>
                <a:gd name="csY8" fmla="*/ 123296 h 12329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41665" h="1232957">
                  <a:moveTo>
                    <a:pt x="0" y="123296"/>
                  </a:moveTo>
                  <a:cubicBezTo>
                    <a:pt x="0" y="55201"/>
                    <a:pt x="55201" y="0"/>
                    <a:pt x="123296" y="0"/>
                  </a:cubicBezTo>
                  <a:lnTo>
                    <a:pt x="1818369" y="0"/>
                  </a:lnTo>
                  <a:cubicBezTo>
                    <a:pt x="1886464" y="0"/>
                    <a:pt x="1941665" y="55201"/>
                    <a:pt x="1941665" y="123296"/>
                  </a:cubicBezTo>
                  <a:lnTo>
                    <a:pt x="1941665" y="1109661"/>
                  </a:lnTo>
                  <a:cubicBezTo>
                    <a:pt x="1941665" y="1177756"/>
                    <a:pt x="1886464" y="1232957"/>
                    <a:pt x="1818369" y="1232957"/>
                  </a:cubicBezTo>
                  <a:lnTo>
                    <a:pt x="123296" y="1232957"/>
                  </a:lnTo>
                  <a:cubicBezTo>
                    <a:pt x="55201" y="1232957"/>
                    <a:pt x="0" y="1177756"/>
                    <a:pt x="0" y="1109661"/>
                  </a:cubicBezTo>
                  <a:lnTo>
                    <a:pt x="0" y="123296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022" tIns="78022" rIns="78022" bIns="78022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/>
                <a:t>Lower section </a:t>
              </a:r>
            </a:p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/>
                <a:t>sampled strata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15EF548-D0C7-7505-8F44-F54D6E2D8F77}"/>
              </a:ext>
            </a:extLst>
          </p:cNvPr>
          <p:cNvGrpSpPr/>
          <p:nvPr/>
        </p:nvGrpSpPr>
        <p:grpSpPr>
          <a:xfrm>
            <a:off x="4339383" y="5227924"/>
            <a:ext cx="2157405" cy="1437911"/>
            <a:chOff x="4131625" y="4934039"/>
            <a:chExt cx="2157405" cy="1437911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6853A6C2-E4B0-A707-E721-0D6DA22A62DA}"/>
                </a:ext>
              </a:extLst>
            </p:cNvPr>
            <p:cNvSpPr/>
            <p:nvPr/>
          </p:nvSpPr>
          <p:spPr>
            <a:xfrm>
              <a:off x="4131625" y="4934039"/>
              <a:ext cx="1941665" cy="1232957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0FCD666-5A52-D882-1FE1-42302C0C2413}"/>
                </a:ext>
              </a:extLst>
            </p:cNvPr>
            <p:cNvSpPr/>
            <p:nvPr/>
          </p:nvSpPr>
          <p:spPr>
            <a:xfrm>
              <a:off x="4347365" y="5138993"/>
              <a:ext cx="1941665" cy="1232957"/>
            </a:xfrm>
            <a:custGeom>
              <a:avLst/>
              <a:gdLst>
                <a:gd name="csX0" fmla="*/ 0 w 1941665"/>
                <a:gd name="csY0" fmla="*/ 123296 h 1232957"/>
                <a:gd name="csX1" fmla="*/ 123296 w 1941665"/>
                <a:gd name="csY1" fmla="*/ 0 h 1232957"/>
                <a:gd name="csX2" fmla="*/ 1818369 w 1941665"/>
                <a:gd name="csY2" fmla="*/ 0 h 1232957"/>
                <a:gd name="csX3" fmla="*/ 1941665 w 1941665"/>
                <a:gd name="csY3" fmla="*/ 123296 h 1232957"/>
                <a:gd name="csX4" fmla="*/ 1941665 w 1941665"/>
                <a:gd name="csY4" fmla="*/ 1109661 h 1232957"/>
                <a:gd name="csX5" fmla="*/ 1818369 w 1941665"/>
                <a:gd name="csY5" fmla="*/ 1232957 h 1232957"/>
                <a:gd name="csX6" fmla="*/ 123296 w 1941665"/>
                <a:gd name="csY6" fmla="*/ 1232957 h 1232957"/>
                <a:gd name="csX7" fmla="*/ 0 w 1941665"/>
                <a:gd name="csY7" fmla="*/ 1109661 h 1232957"/>
                <a:gd name="csX8" fmla="*/ 0 w 1941665"/>
                <a:gd name="csY8" fmla="*/ 123296 h 12329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41665" h="1232957">
                  <a:moveTo>
                    <a:pt x="0" y="123296"/>
                  </a:moveTo>
                  <a:cubicBezTo>
                    <a:pt x="0" y="55201"/>
                    <a:pt x="55201" y="0"/>
                    <a:pt x="123296" y="0"/>
                  </a:cubicBezTo>
                  <a:lnTo>
                    <a:pt x="1818369" y="0"/>
                  </a:lnTo>
                  <a:cubicBezTo>
                    <a:pt x="1886464" y="0"/>
                    <a:pt x="1941665" y="55201"/>
                    <a:pt x="1941665" y="123296"/>
                  </a:cubicBezTo>
                  <a:lnTo>
                    <a:pt x="1941665" y="1109661"/>
                  </a:lnTo>
                  <a:cubicBezTo>
                    <a:pt x="1941665" y="1177756"/>
                    <a:pt x="1886464" y="1232957"/>
                    <a:pt x="1818369" y="1232957"/>
                  </a:cubicBezTo>
                  <a:lnTo>
                    <a:pt x="123296" y="1232957"/>
                  </a:lnTo>
                  <a:cubicBezTo>
                    <a:pt x="55201" y="1232957"/>
                    <a:pt x="0" y="1177756"/>
                    <a:pt x="0" y="1109661"/>
                  </a:cubicBezTo>
                  <a:lnTo>
                    <a:pt x="0" y="123296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022" tIns="78022" rIns="78022" bIns="78022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/>
                <a:t>Simple option </a:t>
              </a:r>
            </a:p>
            <a:p>
              <a:pPr lvl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nl-BE" sz="1400" err="1"/>
                <a:t>grouped</a:t>
              </a:r>
              <a:r>
                <a:rPr lang="nl-BE" sz="1400"/>
                <a:t> </a:t>
              </a:r>
              <a:r>
                <a:rPr lang="nl-BE" sz="1400" err="1"/>
                <a:t>strata</a:t>
              </a:r>
              <a:endParaRPr lang="en-US" sz="1400" kern="120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E03BA22-5865-240A-2065-1BA62EC91C8F}"/>
              </a:ext>
            </a:extLst>
          </p:cNvPr>
          <p:cNvGrpSpPr/>
          <p:nvPr/>
        </p:nvGrpSpPr>
        <p:grpSpPr>
          <a:xfrm>
            <a:off x="6793105" y="5227924"/>
            <a:ext cx="2157406" cy="1437911"/>
            <a:chOff x="6504771" y="4934039"/>
            <a:chExt cx="2157406" cy="1437911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D179D5A1-887D-C3D7-CDD8-9DB68E731926}"/>
                </a:ext>
              </a:extLst>
            </p:cNvPr>
            <p:cNvSpPr/>
            <p:nvPr/>
          </p:nvSpPr>
          <p:spPr>
            <a:xfrm>
              <a:off x="6504771" y="4934039"/>
              <a:ext cx="1941665" cy="1232957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4D81178-9315-D4D2-C08E-B371DE0DF05A}"/>
                </a:ext>
              </a:extLst>
            </p:cNvPr>
            <p:cNvSpPr/>
            <p:nvPr/>
          </p:nvSpPr>
          <p:spPr>
            <a:xfrm>
              <a:off x="6720512" y="5138993"/>
              <a:ext cx="1941665" cy="1232957"/>
            </a:xfrm>
            <a:custGeom>
              <a:avLst/>
              <a:gdLst>
                <a:gd name="csX0" fmla="*/ 0 w 1941665"/>
                <a:gd name="csY0" fmla="*/ 123296 h 1232957"/>
                <a:gd name="csX1" fmla="*/ 123296 w 1941665"/>
                <a:gd name="csY1" fmla="*/ 0 h 1232957"/>
                <a:gd name="csX2" fmla="*/ 1818369 w 1941665"/>
                <a:gd name="csY2" fmla="*/ 0 h 1232957"/>
                <a:gd name="csX3" fmla="*/ 1941665 w 1941665"/>
                <a:gd name="csY3" fmla="*/ 123296 h 1232957"/>
                <a:gd name="csX4" fmla="*/ 1941665 w 1941665"/>
                <a:gd name="csY4" fmla="*/ 1109661 h 1232957"/>
                <a:gd name="csX5" fmla="*/ 1818369 w 1941665"/>
                <a:gd name="csY5" fmla="*/ 1232957 h 1232957"/>
                <a:gd name="csX6" fmla="*/ 123296 w 1941665"/>
                <a:gd name="csY6" fmla="*/ 1232957 h 1232957"/>
                <a:gd name="csX7" fmla="*/ 0 w 1941665"/>
                <a:gd name="csY7" fmla="*/ 1109661 h 1232957"/>
                <a:gd name="csX8" fmla="*/ 0 w 1941665"/>
                <a:gd name="csY8" fmla="*/ 123296 h 12329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41665" h="1232957">
                  <a:moveTo>
                    <a:pt x="0" y="123296"/>
                  </a:moveTo>
                  <a:cubicBezTo>
                    <a:pt x="0" y="55201"/>
                    <a:pt x="55201" y="0"/>
                    <a:pt x="123296" y="0"/>
                  </a:cubicBezTo>
                  <a:lnTo>
                    <a:pt x="1818369" y="0"/>
                  </a:lnTo>
                  <a:cubicBezTo>
                    <a:pt x="1886464" y="0"/>
                    <a:pt x="1941665" y="55201"/>
                    <a:pt x="1941665" y="123296"/>
                  </a:cubicBezTo>
                  <a:lnTo>
                    <a:pt x="1941665" y="1109661"/>
                  </a:lnTo>
                  <a:cubicBezTo>
                    <a:pt x="1941665" y="1177756"/>
                    <a:pt x="1886464" y="1232957"/>
                    <a:pt x="1818369" y="1232957"/>
                  </a:cubicBezTo>
                  <a:lnTo>
                    <a:pt x="123296" y="1232957"/>
                  </a:lnTo>
                  <a:cubicBezTo>
                    <a:pt x="55201" y="1232957"/>
                    <a:pt x="0" y="1177756"/>
                    <a:pt x="0" y="1109661"/>
                  </a:cubicBezTo>
                  <a:lnTo>
                    <a:pt x="0" y="123296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022" tIns="78022" rIns="78022" bIns="78022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/>
                <a:t>Detailed option</a:t>
              </a:r>
            </a:p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nl-BE" sz="1400" kern="1200" err="1"/>
                <a:t>grouped</a:t>
              </a:r>
              <a:r>
                <a:rPr lang="nl-BE" sz="1400" kern="1200"/>
                <a:t> </a:t>
              </a:r>
              <a:r>
                <a:rPr lang="nl-BE" sz="1400" kern="1200" err="1"/>
                <a:t>strata</a:t>
              </a:r>
              <a:r>
                <a:rPr lang="nl-BE" sz="1400" kern="1200"/>
                <a:t> </a:t>
              </a:r>
              <a:r>
                <a:rPr lang="nl-BE" sz="1400" kern="1200" err="1"/>
                <a:t>and</a:t>
              </a:r>
              <a:r>
                <a:rPr lang="nl-BE" sz="1400" kern="1200"/>
                <a:t> </a:t>
              </a:r>
              <a:r>
                <a:rPr lang="nl-BE" sz="1400" kern="1200" err="1"/>
                <a:t>additional</a:t>
              </a:r>
              <a:r>
                <a:rPr lang="nl-BE" sz="1400" kern="1200"/>
                <a:t> information</a:t>
              </a:r>
              <a:endParaRPr lang="en-US" sz="1400" kern="1200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9981A6C4-6C1A-15BB-FB8B-CE11F3C8753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SCF - extended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B9E1124-A436-F6D9-18EC-5A8EDAA7FD22}"/>
              </a:ext>
            </a:extLst>
          </p:cNvPr>
          <p:cNvSpPr/>
          <p:nvPr/>
        </p:nvSpPr>
        <p:spPr>
          <a:xfrm>
            <a:off x="8368568" y="875890"/>
            <a:ext cx="1941665" cy="1232957"/>
          </a:xfrm>
          <a:custGeom>
            <a:avLst/>
            <a:gdLst>
              <a:gd name="csX0" fmla="*/ 0 w 1941665"/>
              <a:gd name="csY0" fmla="*/ 123296 h 1232957"/>
              <a:gd name="csX1" fmla="*/ 123296 w 1941665"/>
              <a:gd name="csY1" fmla="*/ 0 h 1232957"/>
              <a:gd name="csX2" fmla="*/ 1818369 w 1941665"/>
              <a:gd name="csY2" fmla="*/ 0 h 1232957"/>
              <a:gd name="csX3" fmla="*/ 1941665 w 1941665"/>
              <a:gd name="csY3" fmla="*/ 123296 h 1232957"/>
              <a:gd name="csX4" fmla="*/ 1941665 w 1941665"/>
              <a:gd name="csY4" fmla="*/ 1109661 h 1232957"/>
              <a:gd name="csX5" fmla="*/ 1818369 w 1941665"/>
              <a:gd name="csY5" fmla="*/ 1232957 h 1232957"/>
              <a:gd name="csX6" fmla="*/ 123296 w 1941665"/>
              <a:gd name="csY6" fmla="*/ 1232957 h 1232957"/>
              <a:gd name="csX7" fmla="*/ 0 w 1941665"/>
              <a:gd name="csY7" fmla="*/ 1109661 h 1232957"/>
              <a:gd name="csX8" fmla="*/ 0 w 1941665"/>
              <a:gd name="csY8" fmla="*/ 123296 h 12329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41665" h="1232957">
                <a:moveTo>
                  <a:pt x="0" y="123296"/>
                </a:moveTo>
                <a:cubicBezTo>
                  <a:pt x="0" y="55201"/>
                  <a:pt x="55201" y="0"/>
                  <a:pt x="123296" y="0"/>
                </a:cubicBezTo>
                <a:lnTo>
                  <a:pt x="1818369" y="0"/>
                </a:lnTo>
                <a:cubicBezTo>
                  <a:pt x="1886464" y="0"/>
                  <a:pt x="1941665" y="55201"/>
                  <a:pt x="1941665" y="123296"/>
                </a:cubicBezTo>
                <a:lnTo>
                  <a:pt x="1941665" y="1109661"/>
                </a:lnTo>
                <a:cubicBezTo>
                  <a:pt x="1941665" y="1177756"/>
                  <a:pt x="1886464" y="1232957"/>
                  <a:pt x="1818369" y="1232957"/>
                </a:cubicBezTo>
                <a:lnTo>
                  <a:pt x="123296" y="1232957"/>
                </a:lnTo>
                <a:cubicBezTo>
                  <a:pt x="55201" y="1232957"/>
                  <a:pt x="0" y="1177756"/>
                  <a:pt x="0" y="1109661"/>
                </a:cubicBezTo>
                <a:lnTo>
                  <a:pt x="0" y="123296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8022" tIns="78022" rIns="78022" bIns="78022" numCol="1" spcCol="1270" anchor="ctr" anchorCtr="0">
            <a:noAutofit/>
          </a:bodyPr>
          <a:lstStyle/>
          <a:p>
            <a:pPr lvl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nl-BE" sz="1400" err="1"/>
              <a:t>total</a:t>
            </a:r>
            <a:r>
              <a:rPr lang="nl-BE" sz="1400"/>
              <a:t> </a:t>
            </a:r>
            <a:r>
              <a:rPr lang="nl-BE" sz="1400" err="1"/>
              <a:t>calculation</a:t>
            </a:r>
            <a:r>
              <a:rPr lang="nl-BE" sz="1400"/>
              <a:t> </a:t>
            </a:r>
            <a:r>
              <a:rPr lang="nl-BE" sz="1400" err="1"/>
              <a:t>and</a:t>
            </a:r>
            <a:r>
              <a:rPr lang="nl-BE" sz="1400"/>
              <a:t> </a:t>
            </a:r>
            <a:r>
              <a:rPr lang="nl-BE" sz="1400" err="1"/>
              <a:t>aggregation</a:t>
            </a:r>
            <a:r>
              <a:rPr lang="nl-BE" sz="1400"/>
              <a:t> </a:t>
            </a:r>
            <a:r>
              <a:rPr lang="nl-BE" sz="1400" err="1"/>
              <a:t>overview</a:t>
            </a:r>
            <a:endParaRPr lang="en-US" sz="1400" kern="1200"/>
          </a:p>
        </p:txBody>
      </p:sp>
      <p:pic>
        <p:nvPicPr>
          <p:cNvPr id="32" name="Graphic 31" descr="Eye with solid fill">
            <a:extLst>
              <a:ext uri="{FF2B5EF4-FFF2-40B4-BE49-F238E27FC236}">
                <a16:creationId xmlns:a16="http://schemas.microsoft.com/office/drawing/2014/main" id="{88CB7F66-16A0-DCF9-7CE5-188105EAC7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88284" y="1265373"/>
            <a:ext cx="457200" cy="457200"/>
          </a:xfrm>
          <a:prstGeom prst="rect">
            <a:avLst/>
          </a:prstGeom>
        </p:spPr>
      </p:pic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BE1DAF3-0BAE-7420-04A7-75581297E8B7}"/>
              </a:ext>
            </a:extLst>
          </p:cNvPr>
          <p:cNvSpPr/>
          <p:nvPr/>
        </p:nvSpPr>
        <p:spPr>
          <a:xfrm>
            <a:off x="8378193" y="3233629"/>
            <a:ext cx="1941665" cy="1232957"/>
          </a:xfrm>
          <a:custGeom>
            <a:avLst/>
            <a:gdLst>
              <a:gd name="csX0" fmla="*/ 0 w 1941665"/>
              <a:gd name="csY0" fmla="*/ 123296 h 1232957"/>
              <a:gd name="csX1" fmla="*/ 123296 w 1941665"/>
              <a:gd name="csY1" fmla="*/ 0 h 1232957"/>
              <a:gd name="csX2" fmla="*/ 1818369 w 1941665"/>
              <a:gd name="csY2" fmla="*/ 0 h 1232957"/>
              <a:gd name="csX3" fmla="*/ 1941665 w 1941665"/>
              <a:gd name="csY3" fmla="*/ 123296 h 1232957"/>
              <a:gd name="csX4" fmla="*/ 1941665 w 1941665"/>
              <a:gd name="csY4" fmla="*/ 1109661 h 1232957"/>
              <a:gd name="csX5" fmla="*/ 1818369 w 1941665"/>
              <a:gd name="csY5" fmla="*/ 1232957 h 1232957"/>
              <a:gd name="csX6" fmla="*/ 123296 w 1941665"/>
              <a:gd name="csY6" fmla="*/ 1232957 h 1232957"/>
              <a:gd name="csX7" fmla="*/ 0 w 1941665"/>
              <a:gd name="csY7" fmla="*/ 1109661 h 1232957"/>
              <a:gd name="csX8" fmla="*/ 0 w 1941665"/>
              <a:gd name="csY8" fmla="*/ 123296 h 12329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41665" h="1232957">
                <a:moveTo>
                  <a:pt x="0" y="123296"/>
                </a:moveTo>
                <a:cubicBezTo>
                  <a:pt x="0" y="55201"/>
                  <a:pt x="55201" y="0"/>
                  <a:pt x="123296" y="0"/>
                </a:cubicBezTo>
                <a:lnTo>
                  <a:pt x="1818369" y="0"/>
                </a:lnTo>
                <a:cubicBezTo>
                  <a:pt x="1886464" y="0"/>
                  <a:pt x="1941665" y="55201"/>
                  <a:pt x="1941665" y="123296"/>
                </a:cubicBezTo>
                <a:lnTo>
                  <a:pt x="1941665" y="1109661"/>
                </a:lnTo>
                <a:cubicBezTo>
                  <a:pt x="1941665" y="1177756"/>
                  <a:pt x="1886464" y="1232957"/>
                  <a:pt x="1818369" y="1232957"/>
                </a:cubicBezTo>
                <a:lnTo>
                  <a:pt x="123296" y="1232957"/>
                </a:lnTo>
                <a:cubicBezTo>
                  <a:pt x="55201" y="1232957"/>
                  <a:pt x="0" y="1177756"/>
                  <a:pt x="0" y="1109661"/>
                </a:cubicBezTo>
                <a:lnTo>
                  <a:pt x="0" y="123296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8022" tIns="78022" rIns="78022" bIns="78022" numCol="1" spcCol="1270" anchor="ctr" anchorCtr="0">
            <a:noAutofit/>
          </a:bodyPr>
          <a:lstStyle/>
          <a:p>
            <a:pPr lvl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nl-BE" sz="1400" err="1"/>
              <a:t>sampled</a:t>
            </a:r>
            <a:r>
              <a:rPr lang="nl-BE" sz="1400"/>
              <a:t> </a:t>
            </a:r>
            <a:r>
              <a:rPr lang="nl-BE" sz="1400" err="1"/>
              <a:t>strata</a:t>
            </a:r>
            <a:r>
              <a:rPr lang="nl-BE" sz="1400"/>
              <a:t> </a:t>
            </a:r>
            <a:r>
              <a:rPr lang="nl-BE" sz="1400" err="1"/>
              <a:t>listed</a:t>
            </a:r>
            <a:r>
              <a:rPr lang="nl-BE" sz="1400"/>
              <a:t> </a:t>
            </a:r>
            <a:r>
              <a:rPr lang="nl-BE" sz="1400" err="1"/>
              <a:t>by</a:t>
            </a:r>
            <a:r>
              <a:rPr lang="nl-BE" sz="1400"/>
              <a:t> </a:t>
            </a:r>
            <a:r>
              <a:rPr lang="nl-BE" sz="1400" err="1"/>
              <a:t>allocation</a:t>
            </a:r>
            <a:r>
              <a:rPr lang="nl-BE" sz="1400"/>
              <a:t> </a:t>
            </a:r>
            <a:r>
              <a:rPr lang="nl-BE" sz="1400" err="1"/>
              <a:t>group</a:t>
            </a:r>
            <a:endParaRPr lang="en-US" sz="1400"/>
          </a:p>
        </p:txBody>
      </p:sp>
      <p:pic>
        <p:nvPicPr>
          <p:cNvPr id="39" name="Graphic 38" descr="Eye with solid fill">
            <a:extLst>
              <a:ext uri="{FF2B5EF4-FFF2-40B4-BE49-F238E27FC236}">
                <a16:creationId xmlns:a16="http://schemas.microsoft.com/office/drawing/2014/main" id="{0A80401D-085F-D9AC-6D14-3A1C6951D8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7909" y="3613487"/>
            <a:ext cx="457200" cy="457200"/>
          </a:xfrm>
          <a:prstGeom prst="rect">
            <a:avLst/>
          </a:prstGeom>
        </p:spPr>
      </p:pic>
      <p:pic>
        <p:nvPicPr>
          <p:cNvPr id="41" name="Graphic 40" descr="Signpost with solid fill">
            <a:extLst>
              <a:ext uri="{FF2B5EF4-FFF2-40B4-BE49-F238E27FC236}">
                <a16:creationId xmlns:a16="http://schemas.microsoft.com/office/drawing/2014/main" id="{9846CD2B-C1FA-2878-8067-D4121A237E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5107" y="445831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844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FBF1E-E9C9-D7D0-6CFD-2C2865B61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6C3B853-26AD-53A7-BA6B-2977CE2E2C2D}"/>
              </a:ext>
            </a:extLst>
          </p:cNvPr>
          <p:cNvGrpSpPr/>
          <p:nvPr/>
        </p:nvGrpSpPr>
        <p:grpSpPr>
          <a:xfrm>
            <a:off x="4269512" y="4615493"/>
            <a:ext cx="2373146" cy="564701"/>
            <a:chOff x="5102458" y="4369338"/>
            <a:chExt cx="2373146" cy="564701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6F5EF24-1D0B-4CC4-4733-9FED03EB9F04}"/>
                </a:ext>
              </a:extLst>
            </p:cNvPr>
            <p:cNvSpPr/>
            <p:nvPr/>
          </p:nvSpPr>
          <p:spPr>
            <a:xfrm>
              <a:off x="6289031" y="4369338"/>
              <a:ext cx="1186573" cy="564701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384827"/>
                  </a:lnTo>
                  <a:lnTo>
                    <a:pt x="1186573" y="384827"/>
                  </a:lnTo>
                  <a:lnTo>
                    <a:pt x="1186573" y="564701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20827AC-163D-6E6A-1877-A41A1637A70F}"/>
                </a:ext>
              </a:extLst>
            </p:cNvPr>
            <p:cNvSpPr/>
            <p:nvPr/>
          </p:nvSpPr>
          <p:spPr>
            <a:xfrm>
              <a:off x="5102458" y="4369338"/>
              <a:ext cx="1186573" cy="564701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1186573" y="0"/>
                  </a:moveTo>
                  <a:lnTo>
                    <a:pt x="1186573" y="384827"/>
                  </a:lnTo>
                  <a:lnTo>
                    <a:pt x="0" y="384827"/>
                  </a:lnTo>
                  <a:lnTo>
                    <a:pt x="0" y="564701"/>
                  </a:lnTo>
                </a:path>
              </a:pathLst>
            </a:custGeom>
            <a:noFill/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nl-BE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BB9E3B-D00B-2043-DA70-D77B9822A417}"/>
              </a:ext>
            </a:extLst>
          </p:cNvPr>
          <p:cNvGrpSpPr/>
          <p:nvPr/>
        </p:nvGrpSpPr>
        <p:grpSpPr>
          <a:xfrm rot="16200000">
            <a:off x="2934855" y="2272106"/>
            <a:ext cx="2373147" cy="564701"/>
            <a:chOff x="3915884" y="2571680"/>
            <a:chExt cx="2373147" cy="56470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E0F06E2-527F-BC02-6AB1-681C892A9FB1}"/>
                </a:ext>
              </a:extLst>
            </p:cNvPr>
            <p:cNvSpPr/>
            <p:nvPr/>
          </p:nvSpPr>
          <p:spPr>
            <a:xfrm>
              <a:off x="5102458" y="2571680"/>
              <a:ext cx="1186573" cy="564701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384827"/>
                  </a:lnTo>
                  <a:lnTo>
                    <a:pt x="1186573" y="384827"/>
                  </a:lnTo>
                  <a:lnTo>
                    <a:pt x="1186573" y="564701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73558C9-B0C7-01A8-0CDC-A3949BBCDF81}"/>
                </a:ext>
              </a:extLst>
            </p:cNvPr>
            <p:cNvSpPr/>
            <p:nvPr/>
          </p:nvSpPr>
          <p:spPr>
            <a:xfrm>
              <a:off x="3915884" y="2571680"/>
              <a:ext cx="1186573" cy="564701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1186573" y="0"/>
                  </a:moveTo>
                  <a:lnTo>
                    <a:pt x="1186573" y="384827"/>
                  </a:lnTo>
                  <a:lnTo>
                    <a:pt x="0" y="384827"/>
                  </a:lnTo>
                  <a:lnTo>
                    <a:pt x="0" y="564701"/>
                  </a:lnTo>
                </a:path>
              </a:pathLst>
            </a:custGeom>
            <a:noFill/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nl-BE"/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3436CB-0B46-A5CE-6D63-B7E459A3B3B7}"/>
              </a:ext>
            </a:extLst>
          </p:cNvPr>
          <p:cNvSpPr/>
          <p:nvPr/>
        </p:nvSpPr>
        <p:spPr>
          <a:xfrm>
            <a:off x="1856153" y="1843843"/>
            <a:ext cx="1941665" cy="1232957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F6DE9DC-4690-F30B-C88C-881DFED821A6}"/>
              </a:ext>
            </a:extLst>
          </p:cNvPr>
          <p:cNvSpPr/>
          <p:nvPr/>
        </p:nvSpPr>
        <p:spPr>
          <a:xfrm>
            <a:off x="2071893" y="2048797"/>
            <a:ext cx="1941665" cy="1232957"/>
          </a:xfrm>
          <a:custGeom>
            <a:avLst/>
            <a:gdLst>
              <a:gd name="csX0" fmla="*/ 0 w 1941665"/>
              <a:gd name="csY0" fmla="*/ 123296 h 1232957"/>
              <a:gd name="csX1" fmla="*/ 123296 w 1941665"/>
              <a:gd name="csY1" fmla="*/ 0 h 1232957"/>
              <a:gd name="csX2" fmla="*/ 1818369 w 1941665"/>
              <a:gd name="csY2" fmla="*/ 0 h 1232957"/>
              <a:gd name="csX3" fmla="*/ 1941665 w 1941665"/>
              <a:gd name="csY3" fmla="*/ 123296 h 1232957"/>
              <a:gd name="csX4" fmla="*/ 1941665 w 1941665"/>
              <a:gd name="csY4" fmla="*/ 1109661 h 1232957"/>
              <a:gd name="csX5" fmla="*/ 1818369 w 1941665"/>
              <a:gd name="csY5" fmla="*/ 1232957 h 1232957"/>
              <a:gd name="csX6" fmla="*/ 123296 w 1941665"/>
              <a:gd name="csY6" fmla="*/ 1232957 h 1232957"/>
              <a:gd name="csX7" fmla="*/ 0 w 1941665"/>
              <a:gd name="csY7" fmla="*/ 1109661 h 1232957"/>
              <a:gd name="csX8" fmla="*/ 0 w 1941665"/>
              <a:gd name="csY8" fmla="*/ 123296 h 12329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41665" h="1232957">
                <a:moveTo>
                  <a:pt x="0" y="123296"/>
                </a:moveTo>
                <a:cubicBezTo>
                  <a:pt x="0" y="55201"/>
                  <a:pt x="55201" y="0"/>
                  <a:pt x="123296" y="0"/>
                </a:cubicBezTo>
                <a:lnTo>
                  <a:pt x="1818369" y="0"/>
                </a:lnTo>
                <a:cubicBezTo>
                  <a:pt x="1886464" y="0"/>
                  <a:pt x="1941665" y="55201"/>
                  <a:pt x="1941665" y="123296"/>
                </a:cubicBezTo>
                <a:lnTo>
                  <a:pt x="1941665" y="1109661"/>
                </a:lnTo>
                <a:cubicBezTo>
                  <a:pt x="1941665" y="1177756"/>
                  <a:pt x="1886464" y="1232957"/>
                  <a:pt x="1818369" y="1232957"/>
                </a:cubicBezTo>
                <a:lnTo>
                  <a:pt x="123296" y="1232957"/>
                </a:lnTo>
                <a:cubicBezTo>
                  <a:pt x="55201" y="1232957"/>
                  <a:pt x="0" y="1177756"/>
                  <a:pt x="0" y="1109661"/>
                </a:cubicBezTo>
                <a:lnTo>
                  <a:pt x="0" y="123296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1832" tIns="81832" rIns="81832" bIns="81832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kern="1200"/>
              <a:t>Each table pair consists of </a:t>
            </a:r>
          </a:p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/>
              <a:t>two sections</a:t>
            </a:r>
            <a:r>
              <a:rPr lang="en-US" sz="1600" kern="1200"/>
              <a:t>: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A4BCFDF-DA65-9725-6F2F-B90410F8011A}"/>
              </a:ext>
            </a:extLst>
          </p:cNvPr>
          <p:cNvGrpSpPr/>
          <p:nvPr/>
        </p:nvGrpSpPr>
        <p:grpSpPr>
          <a:xfrm>
            <a:off x="4414930" y="663606"/>
            <a:ext cx="2157405" cy="1437911"/>
            <a:chOff x="2945052" y="3136381"/>
            <a:chExt cx="2157405" cy="1437911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E8CF4A5-AE87-5DA1-C779-9D9B4149CA84}"/>
                </a:ext>
              </a:extLst>
            </p:cNvPr>
            <p:cNvSpPr/>
            <p:nvPr/>
          </p:nvSpPr>
          <p:spPr>
            <a:xfrm>
              <a:off x="2945052" y="3136381"/>
              <a:ext cx="1941665" cy="1232957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7BBFEB6-3D0C-DA0B-8236-D24F71E2C366}"/>
                </a:ext>
              </a:extLst>
            </p:cNvPr>
            <p:cNvSpPr/>
            <p:nvPr/>
          </p:nvSpPr>
          <p:spPr>
            <a:xfrm>
              <a:off x="3160792" y="3341335"/>
              <a:ext cx="1941665" cy="1232957"/>
            </a:xfrm>
            <a:custGeom>
              <a:avLst/>
              <a:gdLst>
                <a:gd name="csX0" fmla="*/ 0 w 1941665"/>
                <a:gd name="csY0" fmla="*/ 123296 h 1232957"/>
                <a:gd name="csX1" fmla="*/ 123296 w 1941665"/>
                <a:gd name="csY1" fmla="*/ 0 h 1232957"/>
                <a:gd name="csX2" fmla="*/ 1818369 w 1941665"/>
                <a:gd name="csY2" fmla="*/ 0 h 1232957"/>
                <a:gd name="csX3" fmla="*/ 1941665 w 1941665"/>
                <a:gd name="csY3" fmla="*/ 123296 h 1232957"/>
                <a:gd name="csX4" fmla="*/ 1941665 w 1941665"/>
                <a:gd name="csY4" fmla="*/ 1109661 h 1232957"/>
                <a:gd name="csX5" fmla="*/ 1818369 w 1941665"/>
                <a:gd name="csY5" fmla="*/ 1232957 h 1232957"/>
                <a:gd name="csX6" fmla="*/ 123296 w 1941665"/>
                <a:gd name="csY6" fmla="*/ 1232957 h 1232957"/>
                <a:gd name="csX7" fmla="*/ 0 w 1941665"/>
                <a:gd name="csY7" fmla="*/ 1109661 h 1232957"/>
                <a:gd name="csX8" fmla="*/ 0 w 1941665"/>
                <a:gd name="csY8" fmla="*/ 123296 h 12329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41665" h="1232957">
                  <a:moveTo>
                    <a:pt x="0" y="123296"/>
                  </a:moveTo>
                  <a:cubicBezTo>
                    <a:pt x="0" y="55201"/>
                    <a:pt x="55201" y="0"/>
                    <a:pt x="123296" y="0"/>
                  </a:cubicBezTo>
                  <a:lnTo>
                    <a:pt x="1818369" y="0"/>
                  </a:lnTo>
                  <a:cubicBezTo>
                    <a:pt x="1886464" y="0"/>
                    <a:pt x="1941665" y="55201"/>
                    <a:pt x="1941665" y="123296"/>
                  </a:cubicBezTo>
                  <a:lnTo>
                    <a:pt x="1941665" y="1109661"/>
                  </a:lnTo>
                  <a:cubicBezTo>
                    <a:pt x="1941665" y="1177756"/>
                    <a:pt x="1886464" y="1232957"/>
                    <a:pt x="1818369" y="1232957"/>
                  </a:cubicBezTo>
                  <a:lnTo>
                    <a:pt x="123296" y="1232957"/>
                  </a:lnTo>
                  <a:cubicBezTo>
                    <a:pt x="55201" y="1232957"/>
                    <a:pt x="0" y="1177756"/>
                    <a:pt x="0" y="1109661"/>
                  </a:cubicBezTo>
                  <a:lnTo>
                    <a:pt x="0" y="123296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022" tIns="78022" rIns="78022" bIns="78022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/>
                <a:t>Upper section </a:t>
              </a:r>
              <a:endParaRPr lang="en-US" sz="1400" kern="1200"/>
            </a:p>
            <a:p>
              <a:pPr lvl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/>
                <a:t>sampled strata and  </a:t>
              </a:r>
              <a:r>
                <a:rPr lang="en-US" sz="1400" kern="1200"/>
                <a:t>allocation results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3D6344E-AD91-01CF-6AF7-CCB389D517FC}"/>
              </a:ext>
            </a:extLst>
          </p:cNvPr>
          <p:cNvGrpSpPr/>
          <p:nvPr/>
        </p:nvGrpSpPr>
        <p:grpSpPr>
          <a:xfrm>
            <a:off x="4414930" y="3025831"/>
            <a:ext cx="2157406" cy="1437911"/>
            <a:chOff x="5318198" y="3136381"/>
            <a:chExt cx="2157406" cy="1437911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48B6D56-4D0A-BD85-84DD-E93751CA1256}"/>
                </a:ext>
              </a:extLst>
            </p:cNvPr>
            <p:cNvSpPr/>
            <p:nvPr/>
          </p:nvSpPr>
          <p:spPr>
            <a:xfrm>
              <a:off x="5318198" y="3136381"/>
              <a:ext cx="1941665" cy="1232957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FC69B9B-F3B4-ECAD-51AB-F2ECC963C373}"/>
                </a:ext>
              </a:extLst>
            </p:cNvPr>
            <p:cNvSpPr/>
            <p:nvPr/>
          </p:nvSpPr>
          <p:spPr>
            <a:xfrm>
              <a:off x="5533939" y="3341335"/>
              <a:ext cx="1941665" cy="1232957"/>
            </a:xfrm>
            <a:custGeom>
              <a:avLst/>
              <a:gdLst>
                <a:gd name="csX0" fmla="*/ 0 w 1941665"/>
                <a:gd name="csY0" fmla="*/ 123296 h 1232957"/>
                <a:gd name="csX1" fmla="*/ 123296 w 1941665"/>
                <a:gd name="csY1" fmla="*/ 0 h 1232957"/>
                <a:gd name="csX2" fmla="*/ 1818369 w 1941665"/>
                <a:gd name="csY2" fmla="*/ 0 h 1232957"/>
                <a:gd name="csX3" fmla="*/ 1941665 w 1941665"/>
                <a:gd name="csY3" fmla="*/ 123296 h 1232957"/>
                <a:gd name="csX4" fmla="*/ 1941665 w 1941665"/>
                <a:gd name="csY4" fmla="*/ 1109661 h 1232957"/>
                <a:gd name="csX5" fmla="*/ 1818369 w 1941665"/>
                <a:gd name="csY5" fmla="*/ 1232957 h 1232957"/>
                <a:gd name="csX6" fmla="*/ 123296 w 1941665"/>
                <a:gd name="csY6" fmla="*/ 1232957 h 1232957"/>
                <a:gd name="csX7" fmla="*/ 0 w 1941665"/>
                <a:gd name="csY7" fmla="*/ 1109661 h 1232957"/>
                <a:gd name="csX8" fmla="*/ 0 w 1941665"/>
                <a:gd name="csY8" fmla="*/ 123296 h 12329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41665" h="1232957">
                  <a:moveTo>
                    <a:pt x="0" y="123296"/>
                  </a:moveTo>
                  <a:cubicBezTo>
                    <a:pt x="0" y="55201"/>
                    <a:pt x="55201" y="0"/>
                    <a:pt x="123296" y="0"/>
                  </a:cubicBezTo>
                  <a:lnTo>
                    <a:pt x="1818369" y="0"/>
                  </a:lnTo>
                  <a:cubicBezTo>
                    <a:pt x="1886464" y="0"/>
                    <a:pt x="1941665" y="55201"/>
                    <a:pt x="1941665" y="123296"/>
                  </a:cubicBezTo>
                  <a:lnTo>
                    <a:pt x="1941665" y="1109661"/>
                  </a:lnTo>
                  <a:cubicBezTo>
                    <a:pt x="1941665" y="1177756"/>
                    <a:pt x="1886464" y="1232957"/>
                    <a:pt x="1818369" y="1232957"/>
                  </a:cubicBezTo>
                  <a:lnTo>
                    <a:pt x="123296" y="1232957"/>
                  </a:lnTo>
                  <a:cubicBezTo>
                    <a:pt x="55201" y="1232957"/>
                    <a:pt x="0" y="1177756"/>
                    <a:pt x="0" y="1109661"/>
                  </a:cubicBezTo>
                  <a:lnTo>
                    <a:pt x="0" y="123296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022" tIns="78022" rIns="78022" bIns="78022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/>
                <a:t>Lower section </a:t>
              </a:r>
            </a:p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/>
                <a:t>sampled strata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9C521D7-00CF-5C18-400C-52678D6F2962}"/>
              </a:ext>
            </a:extLst>
          </p:cNvPr>
          <p:cNvGrpSpPr/>
          <p:nvPr/>
        </p:nvGrpSpPr>
        <p:grpSpPr>
          <a:xfrm>
            <a:off x="3190809" y="5227924"/>
            <a:ext cx="2157405" cy="1437911"/>
            <a:chOff x="4131625" y="4934039"/>
            <a:chExt cx="2157405" cy="1437911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3AD1AB86-E4B0-EBB9-76BD-136229294F0E}"/>
                </a:ext>
              </a:extLst>
            </p:cNvPr>
            <p:cNvSpPr/>
            <p:nvPr/>
          </p:nvSpPr>
          <p:spPr>
            <a:xfrm>
              <a:off x="4131625" y="4934039"/>
              <a:ext cx="1941665" cy="1232957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9D02FEB-2779-24A3-72C0-59CC7EDF41C4}"/>
                </a:ext>
              </a:extLst>
            </p:cNvPr>
            <p:cNvSpPr/>
            <p:nvPr/>
          </p:nvSpPr>
          <p:spPr>
            <a:xfrm>
              <a:off x="4347365" y="5138993"/>
              <a:ext cx="1941665" cy="1232957"/>
            </a:xfrm>
            <a:custGeom>
              <a:avLst/>
              <a:gdLst>
                <a:gd name="csX0" fmla="*/ 0 w 1941665"/>
                <a:gd name="csY0" fmla="*/ 123296 h 1232957"/>
                <a:gd name="csX1" fmla="*/ 123296 w 1941665"/>
                <a:gd name="csY1" fmla="*/ 0 h 1232957"/>
                <a:gd name="csX2" fmla="*/ 1818369 w 1941665"/>
                <a:gd name="csY2" fmla="*/ 0 h 1232957"/>
                <a:gd name="csX3" fmla="*/ 1941665 w 1941665"/>
                <a:gd name="csY3" fmla="*/ 123296 h 1232957"/>
                <a:gd name="csX4" fmla="*/ 1941665 w 1941665"/>
                <a:gd name="csY4" fmla="*/ 1109661 h 1232957"/>
                <a:gd name="csX5" fmla="*/ 1818369 w 1941665"/>
                <a:gd name="csY5" fmla="*/ 1232957 h 1232957"/>
                <a:gd name="csX6" fmla="*/ 123296 w 1941665"/>
                <a:gd name="csY6" fmla="*/ 1232957 h 1232957"/>
                <a:gd name="csX7" fmla="*/ 0 w 1941665"/>
                <a:gd name="csY7" fmla="*/ 1109661 h 1232957"/>
                <a:gd name="csX8" fmla="*/ 0 w 1941665"/>
                <a:gd name="csY8" fmla="*/ 123296 h 12329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41665" h="1232957">
                  <a:moveTo>
                    <a:pt x="0" y="123296"/>
                  </a:moveTo>
                  <a:cubicBezTo>
                    <a:pt x="0" y="55201"/>
                    <a:pt x="55201" y="0"/>
                    <a:pt x="123296" y="0"/>
                  </a:cubicBezTo>
                  <a:lnTo>
                    <a:pt x="1818369" y="0"/>
                  </a:lnTo>
                  <a:cubicBezTo>
                    <a:pt x="1886464" y="0"/>
                    <a:pt x="1941665" y="55201"/>
                    <a:pt x="1941665" y="123296"/>
                  </a:cubicBezTo>
                  <a:lnTo>
                    <a:pt x="1941665" y="1109661"/>
                  </a:lnTo>
                  <a:cubicBezTo>
                    <a:pt x="1941665" y="1177756"/>
                    <a:pt x="1886464" y="1232957"/>
                    <a:pt x="1818369" y="1232957"/>
                  </a:cubicBezTo>
                  <a:lnTo>
                    <a:pt x="123296" y="1232957"/>
                  </a:lnTo>
                  <a:cubicBezTo>
                    <a:pt x="55201" y="1232957"/>
                    <a:pt x="0" y="1177756"/>
                    <a:pt x="0" y="1109661"/>
                  </a:cubicBezTo>
                  <a:lnTo>
                    <a:pt x="0" y="123296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022" tIns="78022" rIns="78022" bIns="78022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/>
                <a:t>Simple option </a:t>
              </a:r>
            </a:p>
            <a:p>
              <a:pPr lvl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nl-BE" sz="1400" err="1"/>
                <a:t>grouped</a:t>
              </a:r>
              <a:r>
                <a:rPr lang="nl-BE" sz="1400"/>
                <a:t> </a:t>
              </a:r>
              <a:r>
                <a:rPr lang="nl-BE" sz="1400" err="1"/>
                <a:t>strata</a:t>
              </a:r>
              <a:endParaRPr lang="en-US" sz="1400" kern="120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881F975-E5BD-1EE8-1971-BE2798DA6856}"/>
              </a:ext>
            </a:extLst>
          </p:cNvPr>
          <p:cNvGrpSpPr/>
          <p:nvPr/>
        </p:nvGrpSpPr>
        <p:grpSpPr>
          <a:xfrm>
            <a:off x="5644531" y="5227924"/>
            <a:ext cx="2157406" cy="1437911"/>
            <a:chOff x="6504771" y="4934039"/>
            <a:chExt cx="2157406" cy="1437911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38F9448-AF59-E0F7-C9AA-CF092A56EE71}"/>
                </a:ext>
              </a:extLst>
            </p:cNvPr>
            <p:cNvSpPr/>
            <p:nvPr/>
          </p:nvSpPr>
          <p:spPr>
            <a:xfrm>
              <a:off x="6504771" y="4934039"/>
              <a:ext cx="1941665" cy="1232957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nl-BE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E7EF8A-22C3-F99E-9196-406D605D0A51}"/>
                </a:ext>
              </a:extLst>
            </p:cNvPr>
            <p:cNvSpPr/>
            <p:nvPr/>
          </p:nvSpPr>
          <p:spPr>
            <a:xfrm>
              <a:off x="6720512" y="5138993"/>
              <a:ext cx="1941665" cy="1232957"/>
            </a:xfrm>
            <a:custGeom>
              <a:avLst/>
              <a:gdLst>
                <a:gd name="csX0" fmla="*/ 0 w 1941665"/>
                <a:gd name="csY0" fmla="*/ 123296 h 1232957"/>
                <a:gd name="csX1" fmla="*/ 123296 w 1941665"/>
                <a:gd name="csY1" fmla="*/ 0 h 1232957"/>
                <a:gd name="csX2" fmla="*/ 1818369 w 1941665"/>
                <a:gd name="csY2" fmla="*/ 0 h 1232957"/>
                <a:gd name="csX3" fmla="*/ 1941665 w 1941665"/>
                <a:gd name="csY3" fmla="*/ 123296 h 1232957"/>
                <a:gd name="csX4" fmla="*/ 1941665 w 1941665"/>
                <a:gd name="csY4" fmla="*/ 1109661 h 1232957"/>
                <a:gd name="csX5" fmla="*/ 1818369 w 1941665"/>
                <a:gd name="csY5" fmla="*/ 1232957 h 1232957"/>
                <a:gd name="csX6" fmla="*/ 123296 w 1941665"/>
                <a:gd name="csY6" fmla="*/ 1232957 h 1232957"/>
                <a:gd name="csX7" fmla="*/ 0 w 1941665"/>
                <a:gd name="csY7" fmla="*/ 1109661 h 1232957"/>
                <a:gd name="csX8" fmla="*/ 0 w 1941665"/>
                <a:gd name="csY8" fmla="*/ 123296 h 12329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41665" h="1232957">
                  <a:moveTo>
                    <a:pt x="0" y="123296"/>
                  </a:moveTo>
                  <a:cubicBezTo>
                    <a:pt x="0" y="55201"/>
                    <a:pt x="55201" y="0"/>
                    <a:pt x="123296" y="0"/>
                  </a:cubicBezTo>
                  <a:lnTo>
                    <a:pt x="1818369" y="0"/>
                  </a:lnTo>
                  <a:cubicBezTo>
                    <a:pt x="1886464" y="0"/>
                    <a:pt x="1941665" y="55201"/>
                    <a:pt x="1941665" y="123296"/>
                  </a:cubicBezTo>
                  <a:lnTo>
                    <a:pt x="1941665" y="1109661"/>
                  </a:lnTo>
                  <a:cubicBezTo>
                    <a:pt x="1941665" y="1177756"/>
                    <a:pt x="1886464" y="1232957"/>
                    <a:pt x="1818369" y="1232957"/>
                  </a:cubicBezTo>
                  <a:lnTo>
                    <a:pt x="123296" y="1232957"/>
                  </a:lnTo>
                  <a:cubicBezTo>
                    <a:pt x="55201" y="1232957"/>
                    <a:pt x="0" y="1177756"/>
                    <a:pt x="0" y="1109661"/>
                  </a:cubicBezTo>
                  <a:lnTo>
                    <a:pt x="0" y="123296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8022" tIns="78022" rIns="78022" bIns="78022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/>
                <a:t>Detailed option</a:t>
              </a:r>
            </a:p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nl-BE" sz="1400" kern="1200" err="1"/>
                <a:t>grouped</a:t>
              </a:r>
              <a:r>
                <a:rPr lang="nl-BE" sz="1400" kern="1200"/>
                <a:t> </a:t>
              </a:r>
              <a:r>
                <a:rPr lang="nl-BE" sz="1400" kern="1200" err="1"/>
                <a:t>strata</a:t>
              </a:r>
              <a:r>
                <a:rPr lang="nl-BE" sz="1400" kern="1200"/>
                <a:t> </a:t>
              </a:r>
              <a:r>
                <a:rPr lang="nl-BE" sz="1400" kern="1200" err="1"/>
                <a:t>and</a:t>
              </a:r>
              <a:r>
                <a:rPr lang="nl-BE" sz="1400" kern="1200"/>
                <a:t> </a:t>
              </a:r>
              <a:r>
                <a:rPr lang="nl-BE" sz="1400" kern="1200" err="1"/>
                <a:t>additional</a:t>
              </a:r>
              <a:r>
                <a:rPr lang="nl-BE" sz="1400" kern="1200"/>
                <a:t> information</a:t>
              </a:r>
              <a:endParaRPr lang="en-US" sz="1400" kern="120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8A16801-13E0-A2C6-4F8B-EC1B0A09CECB}"/>
              </a:ext>
            </a:extLst>
          </p:cNvPr>
          <p:cNvSpPr/>
          <p:nvPr/>
        </p:nvSpPr>
        <p:spPr>
          <a:xfrm>
            <a:off x="6631507" y="875890"/>
            <a:ext cx="5344903" cy="1232957"/>
          </a:xfrm>
          <a:custGeom>
            <a:avLst/>
            <a:gdLst>
              <a:gd name="csX0" fmla="*/ 0 w 1941665"/>
              <a:gd name="csY0" fmla="*/ 123296 h 1232957"/>
              <a:gd name="csX1" fmla="*/ 123296 w 1941665"/>
              <a:gd name="csY1" fmla="*/ 0 h 1232957"/>
              <a:gd name="csX2" fmla="*/ 1818369 w 1941665"/>
              <a:gd name="csY2" fmla="*/ 0 h 1232957"/>
              <a:gd name="csX3" fmla="*/ 1941665 w 1941665"/>
              <a:gd name="csY3" fmla="*/ 123296 h 1232957"/>
              <a:gd name="csX4" fmla="*/ 1941665 w 1941665"/>
              <a:gd name="csY4" fmla="*/ 1109661 h 1232957"/>
              <a:gd name="csX5" fmla="*/ 1818369 w 1941665"/>
              <a:gd name="csY5" fmla="*/ 1232957 h 1232957"/>
              <a:gd name="csX6" fmla="*/ 123296 w 1941665"/>
              <a:gd name="csY6" fmla="*/ 1232957 h 1232957"/>
              <a:gd name="csX7" fmla="*/ 0 w 1941665"/>
              <a:gd name="csY7" fmla="*/ 1109661 h 1232957"/>
              <a:gd name="csX8" fmla="*/ 0 w 1941665"/>
              <a:gd name="csY8" fmla="*/ 123296 h 12329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41665" h="1232957">
                <a:moveTo>
                  <a:pt x="0" y="123296"/>
                </a:moveTo>
                <a:cubicBezTo>
                  <a:pt x="0" y="55201"/>
                  <a:pt x="55201" y="0"/>
                  <a:pt x="123296" y="0"/>
                </a:cubicBezTo>
                <a:lnTo>
                  <a:pt x="1818369" y="0"/>
                </a:lnTo>
                <a:cubicBezTo>
                  <a:pt x="1886464" y="0"/>
                  <a:pt x="1941665" y="55201"/>
                  <a:pt x="1941665" y="123296"/>
                </a:cubicBezTo>
                <a:lnTo>
                  <a:pt x="1941665" y="1109661"/>
                </a:lnTo>
                <a:cubicBezTo>
                  <a:pt x="1941665" y="1177756"/>
                  <a:pt x="1886464" y="1232957"/>
                  <a:pt x="1818369" y="1232957"/>
                </a:cubicBezTo>
                <a:lnTo>
                  <a:pt x="123296" y="1232957"/>
                </a:lnTo>
                <a:cubicBezTo>
                  <a:pt x="55201" y="1232957"/>
                  <a:pt x="0" y="1177756"/>
                  <a:pt x="0" y="1109661"/>
                </a:cubicBezTo>
                <a:lnTo>
                  <a:pt x="0" y="123296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8022" tIns="78022" rIns="78022" bIns="78022" numCol="1" spcCol="1270" anchor="ctr" anchorCtr="0">
            <a:noAutofit/>
          </a:bodyPr>
          <a:lstStyle/>
          <a:p>
            <a:pPr lvl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nl-BE" sz="1400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Catch </a:t>
            </a:r>
            <a:r>
              <a:rPr lang="nl-BE" sz="1400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Allocation</a:t>
            </a:r>
            <a:r>
              <a:rPr lang="nl-BE" sz="1400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Setup –  </a:t>
            </a:r>
            <a:r>
              <a:rPr lang="nl-BE" sz="1400" u="sng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Catch </a:t>
            </a:r>
            <a:r>
              <a:rPr lang="nl-BE" sz="1400" u="sng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Allocation</a:t>
            </a:r>
            <a:r>
              <a:rPr lang="nl-BE" sz="1400" u="sng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nl-BE" sz="1400" u="sng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Results</a:t>
            </a:r>
            <a:r>
              <a:rPr lang="nl-BE" sz="1400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nl-BE" sz="14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CAR</a:t>
            </a:r>
            <a:r>
              <a:rPr lang="nl-BE" sz="1400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  <a:p>
            <a:pPr lvl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nl-BE" sz="1400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Distribution </a:t>
            </a:r>
            <a:r>
              <a:rPr lang="nl-BE" sz="1400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Allocation</a:t>
            </a:r>
            <a:r>
              <a:rPr lang="nl-BE" sz="1400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Setup </a:t>
            </a:r>
            <a:r>
              <a:rPr lang="nl-BE" sz="1400" u="sng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– Distribution </a:t>
            </a:r>
            <a:r>
              <a:rPr lang="nl-BE" sz="1400" u="sng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Allocation</a:t>
            </a:r>
            <a:r>
              <a:rPr lang="nl-BE" sz="1400" u="sng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nl-BE" sz="1400" u="sng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Results</a:t>
            </a:r>
            <a:r>
              <a:rPr lang="nl-BE" sz="1400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nl-BE" sz="14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DAR</a:t>
            </a:r>
            <a:r>
              <a:rPr lang="nl-BE" sz="1400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endParaRPr lang="en-US" sz="1400" kern="120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692A072-31AA-F829-AA25-B6B1CD3D3D10}"/>
              </a:ext>
            </a:extLst>
          </p:cNvPr>
          <p:cNvSpPr/>
          <p:nvPr/>
        </p:nvSpPr>
        <p:spPr>
          <a:xfrm>
            <a:off x="6637954" y="3233629"/>
            <a:ext cx="5487140" cy="1232957"/>
          </a:xfrm>
          <a:custGeom>
            <a:avLst/>
            <a:gdLst>
              <a:gd name="csX0" fmla="*/ 0 w 1941665"/>
              <a:gd name="csY0" fmla="*/ 123296 h 1232957"/>
              <a:gd name="csX1" fmla="*/ 123296 w 1941665"/>
              <a:gd name="csY1" fmla="*/ 0 h 1232957"/>
              <a:gd name="csX2" fmla="*/ 1818369 w 1941665"/>
              <a:gd name="csY2" fmla="*/ 0 h 1232957"/>
              <a:gd name="csX3" fmla="*/ 1941665 w 1941665"/>
              <a:gd name="csY3" fmla="*/ 123296 h 1232957"/>
              <a:gd name="csX4" fmla="*/ 1941665 w 1941665"/>
              <a:gd name="csY4" fmla="*/ 1109661 h 1232957"/>
              <a:gd name="csX5" fmla="*/ 1818369 w 1941665"/>
              <a:gd name="csY5" fmla="*/ 1232957 h 1232957"/>
              <a:gd name="csX6" fmla="*/ 123296 w 1941665"/>
              <a:gd name="csY6" fmla="*/ 1232957 h 1232957"/>
              <a:gd name="csX7" fmla="*/ 0 w 1941665"/>
              <a:gd name="csY7" fmla="*/ 1109661 h 1232957"/>
              <a:gd name="csX8" fmla="*/ 0 w 1941665"/>
              <a:gd name="csY8" fmla="*/ 123296 h 12329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41665" h="1232957">
                <a:moveTo>
                  <a:pt x="0" y="123296"/>
                </a:moveTo>
                <a:cubicBezTo>
                  <a:pt x="0" y="55201"/>
                  <a:pt x="55201" y="0"/>
                  <a:pt x="123296" y="0"/>
                </a:cubicBezTo>
                <a:lnTo>
                  <a:pt x="1818369" y="0"/>
                </a:lnTo>
                <a:cubicBezTo>
                  <a:pt x="1886464" y="0"/>
                  <a:pt x="1941665" y="55201"/>
                  <a:pt x="1941665" y="123296"/>
                </a:cubicBezTo>
                <a:lnTo>
                  <a:pt x="1941665" y="1109661"/>
                </a:lnTo>
                <a:cubicBezTo>
                  <a:pt x="1941665" y="1177756"/>
                  <a:pt x="1886464" y="1232957"/>
                  <a:pt x="1818369" y="1232957"/>
                </a:cubicBezTo>
                <a:lnTo>
                  <a:pt x="123296" y="1232957"/>
                </a:lnTo>
                <a:cubicBezTo>
                  <a:pt x="55201" y="1232957"/>
                  <a:pt x="0" y="1177756"/>
                  <a:pt x="0" y="1109661"/>
                </a:cubicBezTo>
                <a:lnTo>
                  <a:pt x="0" y="123296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8022" tIns="78022" rIns="78022" bIns="78022" numCol="1" spcCol="1270" anchor="ctr" anchorCtr="0">
            <a:noAutofit/>
          </a:bodyPr>
          <a:lstStyle/>
          <a:p>
            <a:pPr lvl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nl-BE" sz="1400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Catch </a:t>
            </a:r>
            <a:r>
              <a:rPr lang="nl-BE" sz="1400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Allocation</a:t>
            </a:r>
            <a:r>
              <a:rPr lang="nl-BE" sz="1400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Setup –  </a:t>
            </a:r>
            <a:r>
              <a:rPr lang="nl-BE" sz="1400" u="sng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Catch </a:t>
            </a:r>
            <a:r>
              <a:rPr lang="nl-BE" sz="1400" u="sng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Allocation</a:t>
            </a:r>
            <a:r>
              <a:rPr lang="nl-BE" sz="1400" u="sng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Sources </a:t>
            </a:r>
            <a:r>
              <a:rPr lang="nl-BE" sz="1400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nl-BE" sz="14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CAS</a:t>
            </a:r>
            <a:r>
              <a:rPr lang="nl-BE" sz="1400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  <a:p>
            <a:pPr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nl-BE" sz="1400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Distribution </a:t>
            </a:r>
            <a:r>
              <a:rPr lang="nl-BE" sz="1400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Allocation</a:t>
            </a:r>
            <a:r>
              <a:rPr lang="nl-BE" sz="1400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Setup – </a:t>
            </a:r>
            <a:r>
              <a:rPr lang="nl-BE" sz="1400" u="sng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Distribution </a:t>
            </a:r>
            <a:r>
              <a:rPr lang="nl-BE" sz="1400" u="sng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Allocation</a:t>
            </a:r>
            <a:r>
              <a:rPr lang="nl-BE" sz="1400" u="sng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Sources</a:t>
            </a:r>
            <a:r>
              <a:rPr lang="nl-BE" sz="1400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nl-BE" sz="14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DAS</a:t>
            </a:r>
            <a:r>
              <a:rPr lang="nl-BE" sz="1400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endParaRPr lang="en-US" sz="1400"/>
          </a:p>
        </p:txBody>
      </p:sp>
      <p:pic>
        <p:nvPicPr>
          <p:cNvPr id="41" name="Graphic 40" descr="Signpost with solid fill">
            <a:extLst>
              <a:ext uri="{FF2B5EF4-FFF2-40B4-BE49-F238E27FC236}">
                <a16:creationId xmlns:a16="http://schemas.microsoft.com/office/drawing/2014/main" id="{6D4A1891-5D13-2AC8-F746-5BDE314470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6533" y="4458310"/>
            <a:ext cx="914400" cy="914400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1717BC6A-456F-CBF0-38BF-E37A33505979}"/>
              </a:ext>
            </a:extLst>
          </p:cNvPr>
          <p:cNvSpPr txBox="1">
            <a:spLocks/>
          </p:cNvSpPr>
          <p:nvPr/>
        </p:nvSpPr>
        <p:spPr>
          <a:xfrm>
            <a:off x="36985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SCF - extended</a:t>
            </a:r>
          </a:p>
        </p:txBody>
      </p:sp>
    </p:spTree>
    <p:extLst>
      <p:ext uri="{BB962C8B-B14F-4D97-AF65-F5344CB8AC3E}">
        <p14:creationId xmlns:p14="http://schemas.microsoft.com/office/powerpoint/2010/main" val="237582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2FBCDA8-7DA4-54A7-618D-2A20D38CC2C7}"/>
              </a:ext>
            </a:extLst>
          </p:cNvPr>
          <p:cNvSpPr txBox="1">
            <a:spLocks/>
          </p:cNvSpPr>
          <p:nvPr/>
        </p:nvSpPr>
        <p:spPr>
          <a:xfrm>
            <a:off x="838199" y="365125"/>
            <a:ext cx="10981623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/>
              <a:t>2. </a:t>
            </a:r>
            <a:r>
              <a:rPr lang="nl-BE" err="1"/>
              <a:t>Allocation</a:t>
            </a:r>
            <a:r>
              <a:rPr lang="nl-BE"/>
              <a:t> information</a:t>
            </a:r>
          </a:p>
          <a:p>
            <a:r>
              <a:rPr lang="nl-BE" sz="2800"/>
              <a:t>2.1 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Catch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Allocation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Setup –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Upper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section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(CAR)</a:t>
            </a:r>
            <a:r>
              <a:rPr lang="nl-BE" sz="2800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endParaRPr lang="en-US" sz="2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CE5AF5-3448-C3FF-1CEB-108E3547F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75" y="2039730"/>
            <a:ext cx="11268500" cy="470276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66BAF9-51EE-D45F-3966-20A58495E77D}"/>
              </a:ext>
            </a:extLst>
          </p:cNvPr>
          <p:cNvSpPr/>
          <p:nvPr/>
        </p:nvSpPr>
        <p:spPr>
          <a:xfrm>
            <a:off x="319274" y="2388772"/>
            <a:ext cx="1330621" cy="434910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1948D53-98F2-0240-1339-674F1D526429}"/>
              </a:ext>
            </a:extLst>
          </p:cNvPr>
          <p:cNvSpPr txBox="1">
            <a:spLocks/>
          </p:cNvSpPr>
          <p:nvPr/>
        </p:nvSpPr>
        <p:spPr>
          <a:xfrm>
            <a:off x="233134" y="1311736"/>
            <a:ext cx="4726491" cy="60167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/>
              <a:t>CEF – 4 tables 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37262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9D801-1B02-00ED-6E11-EC539B8B2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6BEF813-AB29-1DBB-BAA5-500A41D5704D}"/>
              </a:ext>
            </a:extLst>
          </p:cNvPr>
          <p:cNvSpPr txBox="1">
            <a:spLocks/>
          </p:cNvSpPr>
          <p:nvPr/>
        </p:nvSpPr>
        <p:spPr>
          <a:xfrm>
            <a:off x="838199" y="365125"/>
            <a:ext cx="10981623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/>
              <a:t>2. </a:t>
            </a:r>
            <a:r>
              <a:rPr lang="nl-BE" err="1"/>
              <a:t>Allocation</a:t>
            </a:r>
            <a:r>
              <a:rPr lang="nl-BE"/>
              <a:t> information</a:t>
            </a:r>
          </a:p>
          <a:p>
            <a:r>
              <a:rPr lang="nl-BE" sz="2800"/>
              <a:t>2.1 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Catch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Allocation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Setup </a:t>
            </a:r>
          </a:p>
          <a:p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–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Upper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section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(CAR)</a:t>
            </a:r>
            <a:endParaRPr lang="en-US" sz="2800" b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9CCACE-05D7-E6BB-1883-A5C30F362CA2}"/>
              </a:ext>
            </a:extLst>
          </p:cNvPr>
          <p:cNvSpPr txBox="1"/>
          <p:nvPr/>
        </p:nvSpPr>
        <p:spPr>
          <a:xfrm>
            <a:off x="209376" y="2366476"/>
            <a:ext cx="6779096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This table is based on </a:t>
            </a:r>
            <a:r>
              <a:rPr lang="en-US" b="1"/>
              <a:t>CEF CN</a:t>
            </a:r>
            <a:r>
              <a:rPr lang="en-US"/>
              <a:t>, with additional fields: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highlight>
                  <a:srgbClr val="FFFF00"/>
                </a:highlight>
              </a:rPr>
              <a:t>Yellow: following the specification of the </a:t>
            </a:r>
            <a:r>
              <a:rPr lang="en-US" b="1">
                <a:highlight>
                  <a:srgbClr val="FFFF00"/>
                </a:highlight>
              </a:rPr>
              <a:t>SCF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highlight>
                  <a:srgbClr val="00FF00"/>
                </a:highlight>
              </a:rPr>
              <a:t>Green: new fields</a:t>
            </a:r>
            <a:endParaRPr lang="en-US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err="1"/>
              <a:t>catchallocationSchemeName</a:t>
            </a:r>
            <a:endParaRPr lang="nl-BE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err="1"/>
              <a:t>catchallocationGroupName</a:t>
            </a:r>
            <a:endParaRPr lang="nl-BE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/>
              <a:t>imported</a:t>
            </a:r>
            <a:endParaRPr lang="nl-BE"/>
          </a:p>
          <a:p>
            <a:endParaRPr lang="en-US" sz="120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7C7DAC-D363-510F-6B3C-6B1F2D58A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5493" y="91440"/>
            <a:ext cx="4399725" cy="667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988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B0F6B-7A26-B3CB-CFF5-55BE024FD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F16519F-50FC-6B58-68D5-BBA96CAF613D}"/>
              </a:ext>
            </a:extLst>
          </p:cNvPr>
          <p:cNvSpPr txBox="1">
            <a:spLocks/>
          </p:cNvSpPr>
          <p:nvPr/>
        </p:nvSpPr>
        <p:spPr>
          <a:xfrm>
            <a:off x="838199" y="365125"/>
            <a:ext cx="10981623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/>
              <a:t>2. </a:t>
            </a:r>
            <a:r>
              <a:rPr lang="nl-BE" err="1"/>
              <a:t>Allocation</a:t>
            </a:r>
            <a:r>
              <a:rPr lang="nl-BE"/>
              <a:t> information</a:t>
            </a:r>
          </a:p>
          <a:p>
            <a:r>
              <a:rPr lang="nl-BE" sz="2800"/>
              <a:t>2.1 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Catch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Allocation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Setup </a:t>
            </a:r>
          </a:p>
          <a:p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–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Upper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section</a:t>
            </a:r>
            <a:r>
              <a:rPr lang="nl-BE" sz="2800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(CAR)</a:t>
            </a:r>
            <a:endParaRPr lang="en-US" sz="2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8C681D-38DA-5EEE-FB50-C93939C23489}"/>
              </a:ext>
            </a:extLst>
          </p:cNvPr>
          <p:cNvSpPr txBox="1"/>
          <p:nvPr/>
        </p:nvSpPr>
        <p:spPr>
          <a:xfrm>
            <a:off x="209375" y="2366476"/>
            <a:ext cx="6605311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err="1"/>
              <a:t>catchallocationSchemeName</a:t>
            </a:r>
            <a:r>
              <a:rPr lang="en-US"/>
              <a:t>: identifies the allocation scheme used </a:t>
            </a:r>
            <a:endParaRPr lang="nl-BE"/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err="1"/>
              <a:t>catchallocationGroupName</a:t>
            </a:r>
            <a:r>
              <a:rPr lang="en-US"/>
              <a:t>: identifies the allocation group to which sampled strata belong</a:t>
            </a:r>
            <a:endParaRPr lang="nl-BE"/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/>
              <a:t>imported</a:t>
            </a:r>
            <a:r>
              <a:rPr lang="en-US"/>
              <a:t>: A Y/N indicator specifying whether a stratum was imported. Only for records where imported = N, the </a:t>
            </a:r>
            <a:r>
              <a:rPr lang="en-US" err="1"/>
              <a:t>catchallocationGroupName</a:t>
            </a:r>
            <a:r>
              <a:rPr lang="en-US"/>
              <a:t> is filled)</a:t>
            </a:r>
            <a:endParaRPr lang="nl-BE"/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nl-B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26BA21-3D3A-B0A1-9355-83A85E663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5493" y="91440"/>
            <a:ext cx="4399725" cy="667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535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84273-5553-4D0F-939A-76BE3737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59CBFBF-154A-774A-4677-CC6480D69F8B}"/>
              </a:ext>
            </a:extLst>
          </p:cNvPr>
          <p:cNvSpPr txBox="1">
            <a:spLocks/>
          </p:cNvSpPr>
          <p:nvPr/>
        </p:nvSpPr>
        <p:spPr>
          <a:xfrm>
            <a:off x="838199" y="365125"/>
            <a:ext cx="10981623" cy="18101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/>
              <a:t>2. </a:t>
            </a:r>
            <a:r>
              <a:rPr lang="nl-BE" err="1"/>
              <a:t>Allocation</a:t>
            </a:r>
            <a:r>
              <a:rPr lang="nl-BE"/>
              <a:t> information</a:t>
            </a:r>
          </a:p>
          <a:p>
            <a:r>
              <a:rPr lang="nl-BE" sz="2800"/>
              <a:t>2.1 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Catch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Allocation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Setup </a:t>
            </a:r>
          </a:p>
          <a:p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– Lower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section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(CAS)</a:t>
            </a:r>
          </a:p>
          <a:p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–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Detailed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option</a:t>
            </a:r>
            <a:endParaRPr lang="en-US" sz="28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CF1BD6-A3FE-4671-F273-E3F0F85C661E}"/>
              </a:ext>
            </a:extLst>
          </p:cNvPr>
          <p:cNvSpPr txBox="1"/>
          <p:nvPr/>
        </p:nvSpPr>
        <p:spPr>
          <a:xfrm>
            <a:off x="209376" y="2366476"/>
            <a:ext cx="677909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This table is based on </a:t>
            </a:r>
            <a:r>
              <a:rPr lang="en-US" b="1"/>
              <a:t>SCF CAR</a:t>
            </a:r>
            <a:r>
              <a:rPr lang="en-US"/>
              <a:t>, with </a:t>
            </a:r>
            <a:r>
              <a:rPr lang="en-US">
                <a:highlight>
                  <a:srgbClr val="00FF00"/>
                </a:highlight>
              </a:rPr>
              <a:t>additional fields (green)</a:t>
            </a:r>
            <a:r>
              <a:rPr lang="en-US"/>
              <a:t>:</a:t>
            </a:r>
          </a:p>
          <a:p>
            <a:endParaRPr lang="en-US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err="1"/>
              <a:t>yearData</a:t>
            </a:r>
            <a:endParaRPr lang="en-US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err="1"/>
              <a:t>weightingCategory</a:t>
            </a:r>
            <a:endParaRPr lang="en-US" b="1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err="1"/>
              <a:t>weightingParameter</a:t>
            </a:r>
            <a:endParaRPr lang="en-US" b="1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err="1"/>
              <a:t>averagingMethod</a:t>
            </a:r>
            <a:endParaRPr lang="en-US" b="1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err="1"/>
              <a:t>weightingTotal</a:t>
            </a:r>
            <a:endParaRPr lang="en-US" b="1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nl-BE" b="1" err="1"/>
              <a:t>rate</a:t>
            </a:r>
            <a:endParaRPr lang="nl-BE" b="1"/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nl-BE"/>
          </a:p>
          <a:p>
            <a:endParaRPr lang="en-US" sz="120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nl-B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3C47C5-076F-A85E-7911-BEDDE2457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9118" y="45720"/>
            <a:ext cx="3063506" cy="676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9531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2F568-E731-121C-74A4-A8E4E6919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A37C841-7024-9DB9-A172-AD09C763131D}"/>
              </a:ext>
            </a:extLst>
          </p:cNvPr>
          <p:cNvSpPr txBox="1">
            <a:spLocks/>
          </p:cNvSpPr>
          <p:nvPr/>
        </p:nvSpPr>
        <p:spPr>
          <a:xfrm>
            <a:off x="838199" y="365125"/>
            <a:ext cx="10981623" cy="175243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/>
              <a:t>2. </a:t>
            </a:r>
            <a:r>
              <a:rPr lang="nl-BE" err="1"/>
              <a:t>Allocation</a:t>
            </a:r>
            <a:r>
              <a:rPr lang="nl-BE"/>
              <a:t> information</a:t>
            </a:r>
          </a:p>
          <a:p>
            <a:r>
              <a:rPr lang="nl-BE" sz="2800"/>
              <a:t>2.1 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Catch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Allocation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Setup </a:t>
            </a:r>
          </a:p>
          <a:p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– Lower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section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(CAS)</a:t>
            </a:r>
          </a:p>
          <a:p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–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Detailed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option</a:t>
            </a:r>
            <a:endParaRPr lang="en-US" sz="28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BE0B56-744A-3388-EB2F-C959FA33158C}"/>
              </a:ext>
            </a:extLst>
          </p:cNvPr>
          <p:cNvSpPr txBox="1"/>
          <p:nvPr/>
        </p:nvSpPr>
        <p:spPr>
          <a:xfrm>
            <a:off x="209375" y="2366476"/>
            <a:ext cx="8597741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err="1"/>
              <a:t>yearData</a:t>
            </a:r>
            <a:r>
              <a:rPr lang="en-US"/>
              <a:t>: year to which the data refer (may differ from the processing year when data from a previous year are used for allocation)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/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err="1"/>
              <a:t>weightingCategory</a:t>
            </a:r>
            <a:r>
              <a:rPr lang="en-US" b="1"/>
              <a:t>: </a:t>
            </a:r>
            <a:r>
              <a:rPr lang="en-US"/>
              <a:t>LAN, DIS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err="1"/>
              <a:t>weightingParameter</a:t>
            </a:r>
            <a:r>
              <a:rPr lang="en-US" b="1"/>
              <a:t>: </a:t>
            </a:r>
            <a:r>
              <a:rPr lang="nl-BE" err="1"/>
              <a:t>WeightLive</a:t>
            </a:r>
            <a:r>
              <a:rPr lang="nl-BE"/>
              <a:t>,  Number </a:t>
            </a:r>
            <a:endParaRPr lang="en-US" b="1"/>
          </a:p>
          <a:p>
            <a:pPr marL="742950" lvl="1" indent="-285750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err="1">
                <a:highlight>
                  <a:srgbClr val="FFFF00"/>
                </a:highlight>
              </a:rPr>
              <a:t>weightingTotal</a:t>
            </a:r>
            <a:r>
              <a:rPr lang="en-US" b="1">
                <a:highlight>
                  <a:srgbClr val="FFFF00"/>
                </a:highlight>
              </a:rPr>
              <a:t>:</a:t>
            </a:r>
            <a:r>
              <a:rPr lang="en-US">
                <a:highlight>
                  <a:srgbClr val="FFFF00"/>
                </a:highlight>
              </a:rPr>
              <a:t> </a:t>
            </a:r>
            <a:r>
              <a:rPr lang="en-US"/>
              <a:t>total value of the specified </a:t>
            </a:r>
            <a:r>
              <a:rPr lang="en-US" err="1"/>
              <a:t>weightingCategory</a:t>
            </a:r>
            <a:r>
              <a:rPr lang="en-US"/>
              <a:t> and </a:t>
            </a:r>
            <a:r>
              <a:rPr lang="en-US" err="1"/>
              <a:t>weightingParameter</a:t>
            </a:r>
            <a:endParaRPr lang="en-US" b="1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20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9B8536-0901-7B68-4248-C79ABA5A6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3494" y="45720"/>
            <a:ext cx="3063506" cy="6766560"/>
          </a:xfrm>
          <a:prstGeom prst="rect">
            <a:avLst/>
          </a:prstGeom>
        </p:spPr>
      </p:pic>
      <p:sp>
        <p:nvSpPr>
          <p:cNvPr id="12" name="Right Bracket 11">
            <a:extLst>
              <a:ext uri="{FF2B5EF4-FFF2-40B4-BE49-F238E27FC236}">
                <a16:creationId xmlns:a16="http://schemas.microsoft.com/office/drawing/2014/main" id="{B738AE91-9C37-2743-406F-C72EE02CCCFB}"/>
              </a:ext>
            </a:extLst>
          </p:cNvPr>
          <p:cNvSpPr/>
          <p:nvPr/>
        </p:nvSpPr>
        <p:spPr>
          <a:xfrm>
            <a:off x="5395754" y="3530908"/>
            <a:ext cx="243273" cy="744270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5A27FB-709C-1C67-0230-393130C831CB}"/>
              </a:ext>
            </a:extLst>
          </p:cNvPr>
          <p:cNvSpPr txBox="1"/>
          <p:nvPr/>
        </p:nvSpPr>
        <p:spPr>
          <a:xfrm>
            <a:off x="5652132" y="3615973"/>
            <a:ext cx="3411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specifies the dataset from which the </a:t>
            </a:r>
            <a:r>
              <a:rPr lang="en-US">
                <a:highlight>
                  <a:srgbClr val="FFFF00"/>
                </a:highlight>
              </a:rPr>
              <a:t>weighting values </a:t>
            </a:r>
            <a:r>
              <a:rPr lang="en-US"/>
              <a:t>are taken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12114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19DAF-0946-8331-8980-7C183CD05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CF76713-ACA8-3872-C968-640756E7F0F7}"/>
              </a:ext>
            </a:extLst>
          </p:cNvPr>
          <p:cNvSpPr txBox="1">
            <a:spLocks/>
          </p:cNvSpPr>
          <p:nvPr/>
        </p:nvSpPr>
        <p:spPr>
          <a:xfrm>
            <a:off x="838199" y="365125"/>
            <a:ext cx="10981623" cy="175243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/>
              <a:t>2. </a:t>
            </a:r>
            <a:r>
              <a:rPr lang="nl-BE" err="1"/>
              <a:t>Allocation</a:t>
            </a:r>
            <a:r>
              <a:rPr lang="nl-BE"/>
              <a:t> information</a:t>
            </a:r>
          </a:p>
          <a:p>
            <a:r>
              <a:rPr lang="nl-BE" sz="2800"/>
              <a:t>2.1 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Catch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Allocation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Setup </a:t>
            </a:r>
          </a:p>
          <a:p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– Lower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section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(CAS)</a:t>
            </a:r>
          </a:p>
          <a:p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–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Detailed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option</a:t>
            </a:r>
            <a:endParaRPr lang="en-US" sz="28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C0D166-E79D-8C02-5B83-36D4CDA23CA8}"/>
              </a:ext>
            </a:extLst>
          </p:cNvPr>
          <p:cNvSpPr txBox="1"/>
          <p:nvPr/>
        </p:nvSpPr>
        <p:spPr>
          <a:xfrm>
            <a:off x="209376" y="2366476"/>
            <a:ext cx="83186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nl-BE" b="1" err="1"/>
              <a:t>rate</a:t>
            </a:r>
            <a:r>
              <a:rPr lang="nl-BE" b="1"/>
              <a:t>: </a:t>
            </a:r>
            <a:r>
              <a:rPr lang="en-US" b="1"/>
              <a:t>t</a:t>
            </a:r>
            <a:r>
              <a:rPr lang="en-US"/>
              <a:t>he discard-to-landings ratio (Discard / Landings) for the matched discard–landing stratum, calculated from </a:t>
            </a:r>
            <a:r>
              <a:rPr lang="en-US" err="1"/>
              <a:t>domainCatchDis</a:t>
            </a:r>
            <a:endParaRPr lang="nl-BE"/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err="1"/>
              <a:t>averagingMethod</a:t>
            </a:r>
            <a:r>
              <a:rPr lang="en-US" b="1"/>
              <a:t>: </a:t>
            </a:r>
            <a:r>
              <a:rPr lang="en-US"/>
              <a:t>determines how the discard rate (rate) is calculated when multiple matched discard–landing strata are grouped in the same allocation group. </a:t>
            </a:r>
          </a:p>
          <a:p>
            <a:pPr marL="1200150" lvl="2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b="1"/>
              <a:t>Weighted</a:t>
            </a:r>
            <a:r>
              <a:rPr lang="en-US"/>
              <a:t> – each matched discard–landing stratum contributes to the final discard rate in proportion to its </a:t>
            </a:r>
            <a:r>
              <a:rPr lang="en-US" err="1"/>
              <a:t>weightingTotal</a:t>
            </a:r>
            <a:endParaRPr lang="en-US"/>
          </a:p>
          <a:p>
            <a:pPr marL="1200150" lvl="2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b="1"/>
              <a:t>Equal – </a:t>
            </a:r>
            <a:r>
              <a:rPr lang="en-US"/>
              <a:t>all matched discard–landing strata contribute equally to the final discard rate, regardless of their </a:t>
            </a:r>
            <a:r>
              <a:rPr lang="en-US" err="1"/>
              <a:t>weightingTotal</a:t>
            </a:r>
            <a:r>
              <a:rPr lang="en-US"/>
              <a:t>. </a:t>
            </a:r>
            <a:endParaRPr lang="en-US" b="1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EB0725-702D-CD5B-5E95-CE6360E9A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3494" y="45720"/>
            <a:ext cx="3063506" cy="67665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58566C-27B2-356C-BFB8-37F952647FFE}"/>
              </a:ext>
            </a:extLst>
          </p:cNvPr>
          <p:cNvSpPr txBox="1"/>
          <p:nvPr/>
        </p:nvSpPr>
        <p:spPr>
          <a:xfrm>
            <a:off x="375385" y="5684813"/>
            <a:ext cx="3011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err="1"/>
              <a:t>InterCatch</a:t>
            </a:r>
            <a:r>
              <a:rPr lang="nl-BE"/>
              <a:t> : Landing CATON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364624-9D54-56C4-9694-5B060F94E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35" y="6149475"/>
            <a:ext cx="5857875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1035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F63AD-B1ED-F89B-C2B1-FCA6A47B1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56C3FB2-05F6-5399-0648-1F697CBA1DCC}"/>
              </a:ext>
            </a:extLst>
          </p:cNvPr>
          <p:cNvSpPr txBox="1">
            <a:spLocks/>
          </p:cNvSpPr>
          <p:nvPr/>
        </p:nvSpPr>
        <p:spPr>
          <a:xfrm>
            <a:off x="838199" y="365125"/>
            <a:ext cx="10981623" cy="20013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/>
              <a:t>2. </a:t>
            </a:r>
            <a:r>
              <a:rPr lang="nl-BE" err="1"/>
              <a:t>Allocation</a:t>
            </a:r>
            <a:r>
              <a:rPr lang="nl-BE"/>
              <a:t> information</a:t>
            </a:r>
          </a:p>
          <a:p>
            <a:r>
              <a:rPr lang="nl-BE" sz="2800"/>
              <a:t>2.1 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Catch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Allocation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Setup </a:t>
            </a:r>
          </a:p>
          <a:p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– Lower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section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(CAS)</a:t>
            </a:r>
          </a:p>
          <a:p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– Simple option</a:t>
            </a:r>
            <a:endParaRPr lang="en-US" sz="28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8E089F-A45F-CAE2-75C1-BECABAAB7373}"/>
              </a:ext>
            </a:extLst>
          </p:cNvPr>
          <p:cNvSpPr txBox="1"/>
          <p:nvPr/>
        </p:nvSpPr>
        <p:spPr>
          <a:xfrm>
            <a:off x="209376" y="2366476"/>
            <a:ext cx="67790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This table is a reduced  version of the </a:t>
            </a:r>
            <a:r>
              <a:rPr lang="en-US" b="1"/>
              <a:t>SCF CAS detailed option</a:t>
            </a:r>
            <a:r>
              <a:rPr lang="en-US"/>
              <a:t>, with </a:t>
            </a:r>
            <a:r>
              <a:rPr lang="en-US">
                <a:highlight>
                  <a:srgbClr val="00FFFF"/>
                </a:highlight>
              </a:rPr>
              <a:t>exclusion of the blue fields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D7F130-041F-CB22-00A3-20D9144E7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536" y="45720"/>
            <a:ext cx="4614286" cy="676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1768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F9726-5EE6-606A-3E08-020B5E018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B4C9056-AECA-9647-9553-D9EF1C24F0F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971998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/>
              <a:t>2. </a:t>
            </a:r>
            <a:r>
              <a:rPr lang="nl-BE" err="1"/>
              <a:t>Allocation</a:t>
            </a:r>
            <a:r>
              <a:rPr lang="nl-BE"/>
              <a:t> information</a:t>
            </a:r>
          </a:p>
          <a:p>
            <a:r>
              <a:rPr lang="nl-BE" sz="2800"/>
              <a:t>2.2 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Distribution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Allocation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Setup –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Upper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section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(DAR)</a:t>
            </a:r>
            <a:endParaRPr lang="en-US" sz="28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8D980-C354-75F2-A73E-1B92C714E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75" y="2039730"/>
            <a:ext cx="11268500" cy="470276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5795D13-8978-88F8-963A-E403476DC041}"/>
              </a:ext>
            </a:extLst>
          </p:cNvPr>
          <p:cNvSpPr txBox="1">
            <a:spLocks/>
          </p:cNvSpPr>
          <p:nvPr/>
        </p:nvSpPr>
        <p:spPr>
          <a:xfrm>
            <a:off x="233134" y="1311736"/>
            <a:ext cx="4726491" cy="60167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/>
              <a:t>CEF – 4 tables </a:t>
            </a:r>
            <a:r>
              <a:rPr lang="en-US"/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1DB1EA-72C5-CF08-1B2A-83093F1187DA}"/>
              </a:ext>
            </a:extLst>
          </p:cNvPr>
          <p:cNvSpPr/>
          <p:nvPr/>
        </p:nvSpPr>
        <p:spPr>
          <a:xfrm>
            <a:off x="2629230" y="2393399"/>
            <a:ext cx="2780168" cy="434910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982999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35353-0801-D460-DDEB-DC1DD82B0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E303BFB-6F14-04FF-1EA2-9A59546D030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971998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/>
              <a:t>2. </a:t>
            </a:r>
            <a:r>
              <a:rPr lang="nl-BE" err="1"/>
              <a:t>Allocation</a:t>
            </a:r>
            <a:r>
              <a:rPr lang="nl-BE"/>
              <a:t> information</a:t>
            </a:r>
          </a:p>
          <a:p>
            <a:r>
              <a:rPr lang="nl-BE" sz="2800"/>
              <a:t>2.2 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Distribution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Allocation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Setup </a:t>
            </a:r>
          </a:p>
          <a:p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 –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Upper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section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(DAR)</a:t>
            </a:r>
            <a:endParaRPr lang="en-US" sz="2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27C20E-A08D-60ED-88DF-92BE2A541E02}"/>
              </a:ext>
            </a:extLst>
          </p:cNvPr>
          <p:cNvSpPr txBox="1"/>
          <p:nvPr/>
        </p:nvSpPr>
        <p:spPr>
          <a:xfrm>
            <a:off x="209376" y="2366476"/>
            <a:ext cx="65989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This table combines the </a:t>
            </a:r>
            <a:r>
              <a:rPr lang="en-US" b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SCF</a:t>
            </a:r>
            <a:r>
              <a:rPr lang="en-US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b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CAR</a:t>
            </a:r>
            <a:r>
              <a:rPr lang="en-US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with information from </a:t>
            </a:r>
            <a:r>
              <a:rPr lang="en-US" b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CEF DN, </a:t>
            </a:r>
            <a:r>
              <a:rPr lang="en-US"/>
              <a:t>with </a:t>
            </a:r>
            <a:r>
              <a:rPr lang="en-US">
                <a:highlight>
                  <a:srgbClr val="00FFFF"/>
                </a:highlight>
              </a:rPr>
              <a:t>exclusion of the blue fields </a:t>
            </a:r>
            <a:r>
              <a:rPr lang="en-US"/>
              <a:t>and </a:t>
            </a:r>
            <a:r>
              <a:rPr lang="en-US">
                <a:highlight>
                  <a:srgbClr val="C0C0C0"/>
                </a:highlight>
              </a:rPr>
              <a:t>renaming of the fields </a:t>
            </a:r>
            <a:r>
              <a:rPr lang="en-US" err="1">
                <a:highlight>
                  <a:srgbClr val="C0C0C0"/>
                </a:highlight>
              </a:rPr>
              <a:t>variableType</a:t>
            </a:r>
            <a:r>
              <a:rPr lang="en-US">
                <a:highlight>
                  <a:srgbClr val="C0C0C0"/>
                </a:highlight>
              </a:rPr>
              <a:t> and </a:t>
            </a:r>
            <a:r>
              <a:rPr lang="en-US" err="1">
                <a:highlight>
                  <a:srgbClr val="C0C0C0"/>
                </a:highlight>
              </a:rPr>
              <a:t>variableUnit</a:t>
            </a:r>
            <a:endParaRPr lang="nl-BE">
              <a:highlight>
                <a:srgbClr val="C0C0C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11FB17-1E5D-7004-8555-00F3B27E1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656" y="45720"/>
            <a:ext cx="4565672" cy="676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300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4AB8C-2177-F031-3C96-B6F4A0D9D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AA16FCD-F8F9-620E-21C9-5DC0870F1BF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971998" cy="182943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/>
              <a:t>2. </a:t>
            </a:r>
            <a:r>
              <a:rPr lang="nl-BE" err="1"/>
              <a:t>Allocation</a:t>
            </a:r>
            <a:r>
              <a:rPr lang="nl-BE"/>
              <a:t> information</a:t>
            </a:r>
          </a:p>
          <a:p>
            <a:r>
              <a:rPr lang="nl-BE" sz="2800"/>
              <a:t>2.2 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Distribution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Allocation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Setup </a:t>
            </a:r>
          </a:p>
          <a:p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– Lower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section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(DAS)</a:t>
            </a:r>
          </a:p>
          <a:p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–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Detailed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option</a:t>
            </a:r>
            <a:endParaRPr lang="en-US" sz="2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A4620-EE47-1A5F-B823-65E0EB3FDF10}"/>
              </a:ext>
            </a:extLst>
          </p:cNvPr>
          <p:cNvSpPr txBox="1"/>
          <p:nvPr/>
        </p:nvSpPr>
        <p:spPr>
          <a:xfrm>
            <a:off x="209376" y="2366476"/>
            <a:ext cx="6779096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This table is based on </a:t>
            </a:r>
            <a:r>
              <a:rPr lang="en-US" b="1"/>
              <a:t>SCF DAR</a:t>
            </a:r>
            <a:r>
              <a:rPr lang="en-US"/>
              <a:t>, with </a:t>
            </a:r>
            <a:r>
              <a:rPr lang="en-US">
                <a:highlight>
                  <a:srgbClr val="00FF00"/>
                </a:highlight>
              </a:rPr>
              <a:t>additional fields (green)</a:t>
            </a:r>
            <a:r>
              <a:rPr lang="en-US"/>
              <a:t>:</a:t>
            </a:r>
          </a:p>
          <a:p>
            <a:endParaRPr lang="en-US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err="1"/>
              <a:t>yearData</a:t>
            </a:r>
            <a:endParaRPr lang="en-US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err="1"/>
              <a:t>weightingCategory</a:t>
            </a:r>
            <a:endParaRPr lang="en-US" b="1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err="1"/>
              <a:t>weightingParameter</a:t>
            </a:r>
            <a:endParaRPr lang="en-US" b="1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b="1" err="1"/>
              <a:t>averagingMethod</a:t>
            </a:r>
            <a:endParaRPr lang="en-US" b="1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nl-BE" b="1" err="1"/>
              <a:t>comment</a:t>
            </a:r>
            <a:endParaRPr lang="nl-BE" b="1"/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nl-BE"/>
          </a:p>
          <a:p>
            <a:endParaRPr lang="en-US" sz="120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4D9748-361E-FDA4-7D08-59C66ABE0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6674" y="45720"/>
            <a:ext cx="3178646" cy="676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7890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FB9B6-F264-D0BF-DE7F-6DCFD2B44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DB78E0A-3A5A-7A9A-2470-8B03F93ECDB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971998" cy="181981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/>
              <a:t>2. </a:t>
            </a:r>
            <a:r>
              <a:rPr lang="nl-BE" err="1"/>
              <a:t>Allocation</a:t>
            </a:r>
            <a:r>
              <a:rPr lang="nl-BE"/>
              <a:t> information</a:t>
            </a:r>
          </a:p>
          <a:p>
            <a:r>
              <a:rPr lang="nl-BE" sz="2800"/>
              <a:t>2.2 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Distribution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Allocation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Setup </a:t>
            </a:r>
          </a:p>
          <a:p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– Lower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section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(DAS)</a:t>
            </a:r>
          </a:p>
          <a:p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–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Detailed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option</a:t>
            </a:r>
            <a:endParaRPr lang="en-US" sz="28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56B2D1-316B-6126-1F7C-4669932F7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6674" y="45720"/>
            <a:ext cx="3178646" cy="67665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C06697C-ED9E-9A17-CF4D-F7E22FDC902B}"/>
              </a:ext>
            </a:extLst>
          </p:cNvPr>
          <p:cNvSpPr txBox="1"/>
          <p:nvPr/>
        </p:nvSpPr>
        <p:spPr>
          <a:xfrm>
            <a:off x="209375" y="2366476"/>
            <a:ext cx="8597741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err="1"/>
              <a:t>yearData</a:t>
            </a:r>
            <a:r>
              <a:rPr lang="en-US"/>
              <a:t>: year to which the data refer (may differ from the processing year when data from a previous year are used for allocation)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/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err="1"/>
              <a:t>weightingCategory</a:t>
            </a:r>
            <a:r>
              <a:rPr lang="en-US" b="1"/>
              <a:t>: </a:t>
            </a:r>
            <a:r>
              <a:rPr lang="en-US"/>
              <a:t>LAN, DIS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err="1"/>
              <a:t>weightingParameter</a:t>
            </a:r>
            <a:r>
              <a:rPr lang="en-US" b="1"/>
              <a:t>: </a:t>
            </a:r>
            <a:r>
              <a:rPr lang="nl-BE" err="1"/>
              <a:t>WeightLive</a:t>
            </a:r>
            <a:r>
              <a:rPr lang="nl-BE"/>
              <a:t>, Number </a:t>
            </a:r>
            <a:endParaRPr lang="en-US" b="1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20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ight Bracket 11">
            <a:extLst>
              <a:ext uri="{FF2B5EF4-FFF2-40B4-BE49-F238E27FC236}">
                <a16:creationId xmlns:a16="http://schemas.microsoft.com/office/drawing/2014/main" id="{29C88014-B4FD-A691-AB20-0084EC228371}"/>
              </a:ext>
            </a:extLst>
          </p:cNvPr>
          <p:cNvSpPr/>
          <p:nvPr/>
        </p:nvSpPr>
        <p:spPr>
          <a:xfrm>
            <a:off x="5071303" y="3559783"/>
            <a:ext cx="243273" cy="744270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DA202E-9B5C-4271-57B4-1A6B1A2DD36F}"/>
              </a:ext>
            </a:extLst>
          </p:cNvPr>
          <p:cNvSpPr txBox="1"/>
          <p:nvPr/>
        </p:nvSpPr>
        <p:spPr>
          <a:xfrm>
            <a:off x="5327681" y="3644848"/>
            <a:ext cx="3411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specifies the dataset from which the weighting values are taken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733733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76B7A-3C81-F4B8-34CC-BE70CA27B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121F50-1864-F163-2DB4-03FBFA8C9FC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971998" cy="181981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/>
              <a:t>2. </a:t>
            </a:r>
            <a:r>
              <a:rPr lang="nl-BE" err="1"/>
              <a:t>Allocation</a:t>
            </a:r>
            <a:r>
              <a:rPr lang="nl-BE"/>
              <a:t> information</a:t>
            </a:r>
          </a:p>
          <a:p>
            <a:r>
              <a:rPr lang="nl-BE" sz="2800"/>
              <a:t>2.2 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Distribution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Allocation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Setup </a:t>
            </a:r>
          </a:p>
          <a:p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– Lower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section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(DAS)</a:t>
            </a:r>
          </a:p>
          <a:p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–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Detailed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option</a:t>
            </a:r>
            <a:endParaRPr lang="en-US" sz="28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4A580C-5921-67BF-6147-EC4F18537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6674" y="45720"/>
            <a:ext cx="3178646" cy="67665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81FFA5-4118-F21F-6D26-DAFE58442F6B}"/>
              </a:ext>
            </a:extLst>
          </p:cNvPr>
          <p:cNvSpPr txBox="1"/>
          <p:nvPr/>
        </p:nvSpPr>
        <p:spPr>
          <a:xfrm>
            <a:off x="209376" y="2366476"/>
            <a:ext cx="8318608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err="1"/>
              <a:t>averagingMethod</a:t>
            </a:r>
            <a:r>
              <a:rPr lang="en-US" b="1"/>
              <a:t>: </a:t>
            </a:r>
            <a:r>
              <a:rPr lang="en-US"/>
              <a:t>determines how the distribution is calculated when multiple sampled strata are grouped in the same allocation group. </a:t>
            </a:r>
          </a:p>
          <a:p>
            <a:pPr marL="1200150" lvl="2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b="1"/>
              <a:t>Weighted</a:t>
            </a:r>
            <a:r>
              <a:rPr lang="en-US"/>
              <a:t> – each sampled stratum contributes to the final distribution in proportion to its </a:t>
            </a:r>
            <a:r>
              <a:rPr lang="en-US" err="1"/>
              <a:t>weightingParameter</a:t>
            </a:r>
            <a:endParaRPr lang="en-US"/>
          </a:p>
          <a:p>
            <a:pPr marL="1200150" lvl="2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b="1"/>
              <a:t>Equal – </a:t>
            </a:r>
            <a:r>
              <a:rPr lang="en-US"/>
              <a:t>all sampled </a:t>
            </a:r>
            <a:r>
              <a:rPr lang="en-US" err="1"/>
              <a:t>stratua</a:t>
            </a:r>
            <a:r>
              <a:rPr lang="en-US"/>
              <a:t> contribute equally to the final distribution contribute to the final distribution, regardless of their </a:t>
            </a:r>
            <a:r>
              <a:rPr lang="en-US" err="1"/>
              <a:t>weightingParameter</a:t>
            </a:r>
            <a:r>
              <a:rPr lang="en-US"/>
              <a:t> </a:t>
            </a:r>
            <a:endParaRPr lang="en-US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4B630-C54C-1C26-0BE3-90B8A650B236}"/>
              </a:ext>
            </a:extLst>
          </p:cNvPr>
          <p:cNvSpPr txBox="1"/>
          <p:nvPr/>
        </p:nvSpPr>
        <p:spPr>
          <a:xfrm>
            <a:off x="375385" y="5684813"/>
            <a:ext cx="7632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err="1"/>
              <a:t>InterCatch</a:t>
            </a:r>
            <a:r>
              <a:rPr lang="nl-BE"/>
              <a:t> : </a:t>
            </a:r>
            <a:r>
              <a:rPr lang="en-US"/>
              <a:t>Mean weight weighted by numbers at age or length</a:t>
            </a:r>
            <a:endParaRPr lang="nl-B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9ABA02-F9D8-515D-FF00-F7D85D79B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39" y="6054145"/>
            <a:ext cx="4124325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4048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B1533-A0B0-A42D-B667-0FD3CD8C5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D31EF92-D9FD-FE38-F56D-BCB39305715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971998" cy="18486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/>
              <a:t>2. </a:t>
            </a:r>
            <a:r>
              <a:rPr lang="nl-BE" err="1"/>
              <a:t>Allocation</a:t>
            </a:r>
            <a:r>
              <a:rPr lang="nl-BE"/>
              <a:t> information</a:t>
            </a:r>
          </a:p>
          <a:p>
            <a:r>
              <a:rPr lang="nl-BE" sz="2800"/>
              <a:t>2.2 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Distribution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Allocation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Setup </a:t>
            </a:r>
          </a:p>
          <a:p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– Lower </a:t>
            </a:r>
            <a:r>
              <a:rPr lang="nl-BE" sz="2800" b="1" kern="100" err="1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section</a:t>
            </a:r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(DAS) </a:t>
            </a:r>
          </a:p>
          <a:p>
            <a:r>
              <a:rPr lang="nl-BE" sz="2800" b="1" kern="10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     – Simple option</a:t>
            </a:r>
            <a:endParaRPr lang="en-US" sz="2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79722E-A38F-0285-7608-B78BE21B5146}"/>
              </a:ext>
            </a:extLst>
          </p:cNvPr>
          <p:cNvSpPr txBox="1"/>
          <p:nvPr/>
        </p:nvSpPr>
        <p:spPr>
          <a:xfrm>
            <a:off x="209376" y="2366476"/>
            <a:ext cx="67790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This table is a reduced  version of the </a:t>
            </a:r>
            <a:r>
              <a:rPr lang="en-US" b="1"/>
              <a:t>SCF DAS detailed option</a:t>
            </a:r>
            <a:r>
              <a:rPr lang="en-US"/>
              <a:t>, with </a:t>
            </a:r>
            <a:r>
              <a:rPr lang="en-US">
                <a:highlight>
                  <a:srgbClr val="00FFFF"/>
                </a:highlight>
              </a:rPr>
              <a:t>exclusion of the blue fields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B742F7-3C0D-9302-4DE0-15DB073F1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050" y="45720"/>
            <a:ext cx="4761148" cy="676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3439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39B62-B355-78A3-613E-E69863D94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/>
              <a:t>Summary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7CA29-C974-6D01-8BC1-60CCED722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/>
              <a:t>The upper </a:t>
            </a:r>
            <a:r>
              <a:rPr lang="da-DK" err="1"/>
              <a:t>tables</a:t>
            </a:r>
            <a:r>
              <a:rPr lang="da-DK"/>
              <a:t> </a:t>
            </a:r>
            <a:r>
              <a:rPr lang="da-DK" err="1"/>
              <a:t>includes</a:t>
            </a:r>
            <a:r>
              <a:rPr lang="da-DK"/>
              <a:t> all strata, </a:t>
            </a:r>
            <a:r>
              <a:rPr lang="da-DK" err="1"/>
              <a:t>also</a:t>
            </a:r>
            <a:r>
              <a:rPr lang="da-DK"/>
              <a:t> </a:t>
            </a:r>
            <a:r>
              <a:rPr lang="da-DK" err="1"/>
              <a:t>sampled</a:t>
            </a:r>
            <a:endParaRPr lang="da-DK"/>
          </a:p>
          <a:p>
            <a:pPr lvl="1"/>
            <a:r>
              <a:rPr lang="en-GB"/>
              <a:t>Provides a complete overview of all strata, allowing totals to be calculated and aggregated for quality checks</a:t>
            </a:r>
            <a:endParaRPr lang="da-DK"/>
          </a:p>
          <a:p>
            <a:r>
              <a:rPr lang="da-DK" err="1"/>
              <a:t>What</a:t>
            </a:r>
            <a:r>
              <a:rPr lang="da-DK"/>
              <a:t> version do </a:t>
            </a:r>
            <a:r>
              <a:rPr lang="da-DK" err="1"/>
              <a:t>you</a:t>
            </a:r>
            <a:r>
              <a:rPr lang="da-DK"/>
              <a:t> </a:t>
            </a:r>
            <a:r>
              <a:rPr lang="da-DK" err="1"/>
              <a:t>prefer</a:t>
            </a:r>
            <a:r>
              <a:rPr lang="da-DK"/>
              <a:t>?</a:t>
            </a:r>
          </a:p>
          <a:p>
            <a:pPr lvl="1"/>
            <a:r>
              <a:rPr lang="da-DK" err="1"/>
              <a:t>Catch</a:t>
            </a:r>
            <a:r>
              <a:rPr lang="da-DK"/>
              <a:t> </a:t>
            </a:r>
            <a:r>
              <a:rPr lang="da-DK" err="1"/>
              <a:t>allocation</a:t>
            </a:r>
            <a:r>
              <a:rPr lang="da-DK"/>
              <a:t>: </a:t>
            </a:r>
            <a:r>
              <a:rPr lang="da-DK" err="1"/>
              <a:t>Detailed</a:t>
            </a:r>
            <a:r>
              <a:rPr lang="da-DK"/>
              <a:t> or simpel</a:t>
            </a:r>
          </a:p>
          <a:p>
            <a:pPr lvl="1"/>
            <a:r>
              <a:rPr lang="da-DK"/>
              <a:t>Distribution </a:t>
            </a:r>
            <a:r>
              <a:rPr lang="da-DK" err="1"/>
              <a:t>allocation</a:t>
            </a:r>
            <a:r>
              <a:rPr lang="da-DK"/>
              <a:t>: </a:t>
            </a:r>
            <a:r>
              <a:rPr lang="da-DK" err="1"/>
              <a:t>Detailed</a:t>
            </a:r>
            <a:r>
              <a:rPr lang="da-DK"/>
              <a:t> or simpel</a:t>
            </a:r>
          </a:p>
          <a:p>
            <a:r>
              <a:rPr lang="da-DK"/>
              <a:t>Should all tables be mandatory? What if the stock coordination functions are not used or you start from the raw RDBES data?)</a:t>
            </a:r>
          </a:p>
          <a:p>
            <a:r>
              <a:rPr lang="da-DK" err="1"/>
              <a:t>What</a:t>
            </a:r>
            <a:r>
              <a:rPr lang="da-DK"/>
              <a:t> </a:t>
            </a:r>
            <a:r>
              <a:rPr lang="da-DK" err="1"/>
              <a:t>about</a:t>
            </a:r>
            <a:r>
              <a:rPr lang="da-DK"/>
              <a:t> SOP </a:t>
            </a:r>
            <a:r>
              <a:rPr lang="da-DK" err="1"/>
              <a:t>corrections</a:t>
            </a:r>
            <a:r>
              <a:rPr lang="da-DK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65596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5149A2F9434B4282E37FA76C9DDAE3" ma:contentTypeVersion="8" ma:contentTypeDescription="Create a new document." ma:contentTypeScope="" ma:versionID="2f73c15ba4091178a7f0362f23ea5149">
  <xsd:schema xmlns:xsd="http://www.w3.org/2001/XMLSchema" xmlns:xs="http://www.w3.org/2001/XMLSchema" xmlns:p="http://schemas.microsoft.com/office/2006/metadata/properties" xmlns:ns2="9a657112-7d30-43e0-84e9-071e428c6b63" targetNamespace="http://schemas.microsoft.com/office/2006/metadata/properties" ma:root="true" ma:fieldsID="ec4077129998c06208654d7e46c796ff" ns2:_="">
    <xsd:import namespace="9a657112-7d30-43e0-84e9-071e428c6b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657112-7d30-43e0-84e9-071e428c6b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65181B8-4DE9-4550-A87B-E8DA8F9ECB8E}">
  <ds:schemaRefs>
    <ds:schemaRef ds:uri="9a657112-7d30-43e0-84e9-071e428c6b6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16A15BD-BC22-45F4-9ED9-B42D7821A0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8B39524-B442-470F-AE81-3B2CBD6722D8}">
  <ds:schemaRefs>
    <ds:schemaRef ds:uri="9a657112-7d30-43e0-84e9-071e428c6b6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3cfc779b-f538-40f6-84d8-558ceb9d1abd}" enabled="0" method="" siteId="{3cfc779b-f538-40f6-84d8-558ceb9d1ab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Widescreen</PresentationFormat>
  <Slides>31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WGRDBES-StockCoord Stock Coordination Format (SCF)</vt:lpstr>
      <vt:lpstr>What is the Stock Coordination Format (SCF)</vt:lpstr>
      <vt:lpstr>SCF – where to find things</vt:lpstr>
      <vt:lpstr>Two Main Components</vt:lpstr>
      <vt:lpstr>PowerPoint Presentation</vt:lpstr>
      <vt:lpstr>PowerPoint Presentation</vt:lpstr>
      <vt:lpstr>PowerPoint Presentation</vt:lpstr>
      <vt:lpstr>CC, continued</vt:lpstr>
      <vt:lpstr>PowerPoint Presentation</vt:lpstr>
      <vt:lpstr>PowerPoint Presentation</vt:lpstr>
      <vt:lpstr>Overwriting rules</vt:lpstr>
      <vt:lpstr>From SCF to model input</vt:lpstr>
      <vt:lpstr>Known issues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Sofie Nimmegeers</dc:creator>
  <cp:revision>1</cp:revision>
  <dcterms:created xsi:type="dcterms:W3CDTF">2026-04-09T07:22:17Z</dcterms:created>
  <dcterms:modified xsi:type="dcterms:W3CDTF">2026-09-22T08:21:03Z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0x010100CF5149A2F9434B4282E37FA76C9DDAE3</vt:lpwstr>
  </property>
</Properties>
</file>